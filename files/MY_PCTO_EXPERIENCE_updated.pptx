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0" r:id="rId5"/>
    <p:sldId id="258" r:id="rId6"/>
    <p:sldId id="259" r:id="rId7"/>
    <p:sldId id="263" r:id="rId8"/>
    <p:sldId id="261" r:id="rId9"/>
    <p:sldId id="262" r:id="rId10"/>
    <p:sldId id="264" r:id="rId11"/>
    <p:sldId id="266" r:id="rId16"/>
    <p:sldId id="267" r:id="rId17"/>
    <p:sldId id="265" r:id="rId12"/>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 Id="rId16" Type="http://schemas.openxmlformats.org/officeDocument/2006/relationships/slide" Target="slides/slide11.xml"/><Relationship Id="rId17" Type="http://schemas.openxmlformats.org/officeDocument/2006/relationships/slide" Target="slides/slide12.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14" name="Titolo 13"/>
          <p:cNvSpPr>
            <a:spLocks noGrp="1"/>
          </p:cNvSpPr>
          <p:nvPr>
            <p:ph type="ctrTitle" hasCustomPrompt="1"/>
          </p:nvPr>
        </p:nvSpPr>
        <p:spPr>
          <a:xfrm>
            <a:off x="1432560" y="359898"/>
            <a:ext cx="7406640" cy="1472184"/>
          </a:xfrm>
        </p:spPr>
        <p:txBody>
          <a:bodyPr anchor="b"/>
          <a:lstStyle>
            <a:lvl1pPr algn="l">
              <a:defRPr/>
            </a:lvl1pPr>
          </a:lstStyle>
          <a:p>
            <a:r>
              <a:rPr kumimoji="0" lang="it-IT" smtClean="0"/>
              <a:t>Fare clic per modificare lo stile del titolo</a:t>
            </a:r>
            <a:endParaRPr kumimoji="0" lang="en-US"/>
          </a:p>
        </p:txBody>
      </p:sp>
      <p:sp>
        <p:nvSpPr>
          <p:cNvPr id="22" name="Sottotitolo 21"/>
          <p:cNvSpPr>
            <a:spLocks noGrp="1"/>
          </p:cNvSpPr>
          <p:nvPr>
            <p:ph type="subTitle" idx="1" hasCustomPrompt="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it-IT" smtClean="0"/>
              <a:t>Fare clic per modificare lo stile del sottotitolo dello schema</a:t>
            </a:r>
            <a:endParaRPr kumimoji="0" lang="en-US"/>
          </a:p>
        </p:txBody>
      </p:sp>
      <p:sp>
        <p:nvSpPr>
          <p:cNvPr id="7" name="Segnaposto data 6"/>
          <p:cNvSpPr>
            <a:spLocks noGrp="1"/>
          </p:cNvSpPr>
          <p:nvPr>
            <p:ph type="dt" sz="half" idx="10"/>
          </p:nvPr>
        </p:nvSpPr>
        <p:spPr/>
        <p:txBody>
          <a:bodyPr/>
          <a:lstStyle/>
          <a:p>
            <a:fld id="{3B74EFD5-EB0E-41CE-A85F-A0654416D6BF}" type="datetimeFigureOut">
              <a:rPr lang="it-IT" smtClean="0"/>
            </a:fld>
            <a:endParaRPr lang="it-IT" dirty="0"/>
          </a:p>
        </p:txBody>
      </p:sp>
      <p:sp>
        <p:nvSpPr>
          <p:cNvPr id="20" name="Segnaposto piè di pagina 19"/>
          <p:cNvSpPr>
            <a:spLocks noGrp="1"/>
          </p:cNvSpPr>
          <p:nvPr>
            <p:ph type="ftr" sz="quarter" idx="11"/>
          </p:nvPr>
        </p:nvSpPr>
        <p:spPr/>
        <p:txBody>
          <a:bodyPr/>
          <a:lstStyle/>
          <a:p>
            <a:endParaRPr lang="it-IT" dirty="0"/>
          </a:p>
        </p:txBody>
      </p:sp>
      <p:sp>
        <p:nvSpPr>
          <p:cNvPr id="10" name="Segnaposto numero diapositiva 9"/>
          <p:cNvSpPr>
            <a:spLocks noGrp="1"/>
          </p:cNvSpPr>
          <p:nvPr>
            <p:ph type="sldNum" sz="quarter" idx="12"/>
          </p:nvPr>
        </p:nvSpPr>
        <p:spPr/>
        <p:txBody>
          <a:bodyPr/>
          <a:lstStyle/>
          <a:p>
            <a:fld id="{EFF84BAA-871C-4DF1-9793-222B4332E6C7}" type="slidenum">
              <a:rPr lang="it-IT" smtClean="0"/>
            </a:fld>
            <a:endParaRPr lang="it-IT" dirty="0"/>
          </a:p>
        </p:txBody>
      </p:sp>
      <p:sp>
        <p:nvSpPr>
          <p:cNvPr id="8" name="Ovale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e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kumimoji="0" lang="it-IT" smtClean="0"/>
              <a:t>Fare clic per modificare lo stile del titolo</a:t>
            </a:r>
            <a:endParaRPr kumimoji="0" lang="en-US"/>
          </a:p>
        </p:txBody>
      </p:sp>
      <p:sp>
        <p:nvSpPr>
          <p:cNvPr id="3" name="Segnaposto contenuto 2"/>
          <p:cNvSpPr>
            <a:spLocks noGrp="1"/>
          </p:cNvSpPr>
          <p:nvPr>
            <p:ph idx="1" hasCustomPrompt="1"/>
          </p:nvPr>
        </p:nvSpPr>
        <p:spPr/>
        <p:txBody>
          <a:bodyPr/>
          <a:lstStyle/>
          <a:p>
            <a:pPr lvl="0" eaLnBrk="1" latinLnBrk="0" hangingPunct="1"/>
            <a:r>
              <a:rPr lang="it-IT" smtClean="0"/>
              <a:t>Fare clic per modificare stili del testo dello schema</a:t>
            </a:r>
            <a:endParaRPr lang="it-IT" smtClean="0"/>
          </a:p>
          <a:p>
            <a:pPr lvl="1" eaLnBrk="1" latinLnBrk="0" hangingPunct="1"/>
            <a:r>
              <a:rPr lang="it-IT" smtClean="0"/>
              <a:t>Secondo livello</a:t>
            </a:r>
            <a:endParaRPr lang="it-IT" smtClean="0"/>
          </a:p>
          <a:p>
            <a:pPr lvl="2" eaLnBrk="1" latinLnBrk="0" hangingPunct="1"/>
            <a:r>
              <a:rPr lang="it-IT" smtClean="0"/>
              <a:t>Terzo livello</a:t>
            </a:r>
            <a:endParaRPr lang="it-IT" smtClean="0"/>
          </a:p>
          <a:p>
            <a:pPr lvl="3" eaLnBrk="1" latinLnBrk="0" hangingPunct="1"/>
            <a:r>
              <a:rPr lang="it-IT" smtClean="0"/>
              <a:t>Quarto livello</a:t>
            </a:r>
            <a:endParaRPr lang="it-IT" smtClean="0"/>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p>
            <a:fld id="{3B74EFD5-EB0E-41CE-A85F-A0654416D6BF}" type="datetimeFigureOut">
              <a:rPr lang="it-IT" smtClean="0"/>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EFF84BAA-871C-4DF1-9793-222B4332E6C7}" type="slidenum">
              <a:rPr lang="it-IT" smtClean="0"/>
            </a:fld>
            <a:endParaRPr lang="it-IT"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Intestazione sezione">
    <p:spTree>
      <p:nvGrpSpPr>
        <p:cNvPr id="1" name=""/>
        <p:cNvGrpSpPr/>
        <p:nvPr/>
      </p:nvGrpSpPr>
      <p:grpSpPr>
        <a:xfrm>
          <a:off x="0" y="0"/>
          <a:ext cx="0" cy="0"/>
          <a:chOff x="0" y="0"/>
          <a:chExt cx="0" cy="0"/>
        </a:xfrm>
      </p:grpSpPr>
      <p:sp>
        <p:nvSpPr>
          <p:cNvPr id="7" name="Rettangolo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olo 1"/>
          <p:cNvSpPr>
            <a:spLocks noGrp="1"/>
          </p:cNvSpPr>
          <p:nvPr>
            <p:ph type="title" hasCustomPrompt="1"/>
          </p:nvPr>
        </p:nvSpPr>
        <p:spPr>
          <a:xfrm>
            <a:off x="2578392" y="2600325"/>
            <a:ext cx="6400800" cy="2286000"/>
          </a:xfrm>
        </p:spPr>
        <p:txBody>
          <a:bodyPr anchor="t"/>
          <a:lstStyle>
            <a:lvl1pPr algn="l">
              <a:lnSpc>
                <a:spcPts val="4500"/>
              </a:lnSpc>
              <a:buNone/>
              <a:defRPr sz="4000" b="1" cap="all"/>
            </a:lvl1pPr>
          </a:lstStyle>
          <a:p>
            <a:r>
              <a:rPr kumimoji="0" lang="it-IT" smtClean="0"/>
              <a:t>Fare clic per modificare lo stile del titolo</a:t>
            </a:r>
            <a:endParaRPr kumimoji="0" lang="en-US"/>
          </a:p>
        </p:txBody>
      </p:sp>
      <p:sp>
        <p:nvSpPr>
          <p:cNvPr id="3" name="Segnaposto testo 2"/>
          <p:cNvSpPr>
            <a:spLocks noGrp="1"/>
          </p:cNvSpPr>
          <p:nvPr>
            <p:ph type="body" idx="1" hasCustomPrompt="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it-IT" smtClean="0"/>
              <a:t>Fare clic per modificare stili del testo dello schema</a:t>
            </a:r>
            <a:endParaRPr kumimoji="0" lang="it-IT" smtClean="0"/>
          </a:p>
        </p:txBody>
      </p:sp>
      <p:sp>
        <p:nvSpPr>
          <p:cNvPr id="4" name="Segnaposto data 3"/>
          <p:cNvSpPr>
            <a:spLocks noGrp="1"/>
          </p:cNvSpPr>
          <p:nvPr>
            <p:ph type="dt" sz="half" idx="10"/>
          </p:nvPr>
        </p:nvSpPr>
        <p:spPr/>
        <p:txBody>
          <a:bodyPr/>
          <a:lstStyle/>
          <a:p>
            <a:fld id="{3B74EFD5-EB0E-41CE-A85F-A0654416D6BF}" type="datetimeFigureOut">
              <a:rPr lang="it-IT" smtClean="0"/>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EFF84BAA-871C-4DF1-9793-222B4332E6C7}" type="slidenum">
              <a:rPr lang="it-IT" smtClean="0"/>
            </a:fld>
            <a:endParaRPr lang="it-IT" dirty="0"/>
          </a:p>
        </p:txBody>
      </p:sp>
      <p:sp>
        <p:nvSpPr>
          <p:cNvPr id="10" name="Rettangolo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e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
        <p:nvSpPr>
          <p:cNvPr id="9" name="Ovale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1435608" y="274320"/>
            <a:ext cx="7498080" cy="1143000"/>
          </a:xfrm>
        </p:spPr>
        <p:txBody>
          <a:bodyPr/>
          <a:lstStyle/>
          <a:p>
            <a:r>
              <a:rPr kumimoji="0" lang="it-IT" smtClean="0"/>
              <a:t>Fare clic per modificare lo stile del titolo</a:t>
            </a:r>
            <a:endParaRPr kumimoji="0" lang="en-US"/>
          </a:p>
        </p:txBody>
      </p:sp>
      <p:sp>
        <p:nvSpPr>
          <p:cNvPr id="3" name="Segnaposto contenuto 2"/>
          <p:cNvSpPr>
            <a:spLocks noGrp="1"/>
          </p:cNvSpPr>
          <p:nvPr>
            <p:ph sz="half" idx="1" hasCustomPrompt="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it-IT" smtClean="0"/>
              <a:t>Fare clic per modificare stili del testo dello schema</a:t>
            </a:r>
            <a:endParaRPr lang="it-IT" smtClean="0"/>
          </a:p>
          <a:p>
            <a:pPr lvl="1" eaLnBrk="1" latinLnBrk="0" hangingPunct="1"/>
            <a:r>
              <a:rPr lang="it-IT" smtClean="0"/>
              <a:t>Secondo livello</a:t>
            </a:r>
            <a:endParaRPr lang="it-IT" smtClean="0"/>
          </a:p>
          <a:p>
            <a:pPr lvl="2" eaLnBrk="1" latinLnBrk="0" hangingPunct="1"/>
            <a:r>
              <a:rPr lang="it-IT" smtClean="0"/>
              <a:t>Terzo livello</a:t>
            </a:r>
            <a:endParaRPr lang="it-IT" smtClean="0"/>
          </a:p>
          <a:p>
            <a:pPr lvl="3" eaLnBrk="1" latinLnBrk="0" hangingPunct="1"/>
            <a:r>
              <a:rPr lang="it-IT" smtClean="0"/>
              <a:t>Quarto livello</a:t>
            </a:r>
            <a:endParaRPr lang="it-IT" smtClean="0"/>
          </a:p>
          <a:p>
            <a:pPr lvl="4" eaLnBrk="1" latinLnBrk="0" hangingPunct="1"/>
            <a:r>
              <a:rPr lang="it-IT" smtClean="0"/>
              <a:t>Quinto livello</a:t>
            </a:r>
            <a:endParaRPr kumimoji="0" lang="en-US"/>
          </a:p>
        </p:txBody>
      </p:sp>
      <p:sp>
        <p:nvSpPr>
          <p:cNvPr id="4" name="Segnaposto contenuto 3"/>
          <p:cNvSpPr>
            <a:spLocks noGrp="1"/>
          </p:cNvSpPr>
          <p:nvPr>
            <p:ph sz="half" idx="2" hasCustomPrompt="1"/>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it-IT" smtClean="0"/>
              <a:t>Fare clic per modificare stili del testo dello schema</a:t>
            </a:r>
            <a:endParaRPr lang="it-IT" smtClean="0"/>
          </a:p>
          <a:p>
            <a:pPr lvl="1" eaLnBrk="1" latinLnBrk="0" hangingPunct="1"/>
            <a:r>
              <a:rPr lang="it-IT" smtClean="0"/>
              <a:t>Secondo livello</a:t>
            </a:r>
            <a:endParaRPr lang="it-IT" smtClean="0"/>
          </a:p>
          <a:p>
            <a:pPr lvl="2" eaLnBrk="1" latinLnBrk="0" hangingPunct="1"/>
            <a:r>
              <a:rPr lang="it-IT" smtClean="0"/>
              <a:t>Terzo livello</a:t>
            </a:r>
            <a:endParaRPr lang="it-IT" smtClean="0"/>
          </a:p>
          <a:p>
            <a:pPr lvl="3" eaLnBrk="1" latinLnBrk="0" hangingPunct="1"/>
            <a:r>
              <a:rPr lang="it-IT" smtClean="0"/>
              <a:t>Quarto livello</a:t>
            </a:r>
            <a:endParaRPr lang="it-IT" smtClean="0"/>
          </a:p>
          <a:p>
            <a:pPr lvl="4" eaLnBrk="1" latinLnBrk="0" hangingPunct="1"/>
            <a:r>
              <a:rPr lang="it-IT" smtClean="0"/>
              <a:t>Quinto livello</a:t>
            </a:r>
            <a:endParaRPr kumimoji="0" lang="en-US"/>
          </a:p>
        </p:txBody>
      </p:sp>
      <p:sp>
        <p:nvSpPr>
          <p:cNvPr id="5" name="Segnaposto data 4"/>
          <p:cNvSpPr>
            <a:spLocks noGrp="1"/>
          </p:cNvSpPr>
          <p:nvPr>
            <p:ph type="dt" sz="half" idx="10"/>
          </p:nvPr>
        </p:nvSpPr>
        <p:spPr/>
        <p:txBody>
          <a:bodyPr/>
          <a:lstStyle/>
          <a:p>
            <a:fld id="{3B74EFD5-EB0E-41CE-A85F-A0654416D6BF}" type="datetimeFigureOut">
              <a:rPr lang="it-IT" smtClean="0"/>
            </a:fld>
            <a:endParaRPr lang="it-IT" dirty="0"/>
          </a:p>
        </p:txBody>
      </p:sp>
      <p:sp>
        <p:nvSpPr>
          <p:cNvPr id="6" name="Segnaposto piè di pagina 5"/>
          <p:cNvSpPr>
            <a:spLocks noGrp="1"/>
          </p:cNvSpPr>
          <p:nvPr>
            <p:ph type="ftr" sz="quarter" idx="11"/>
          </p:nvPr>
        </p:nvSpPr>
        <p:spPr/>
        <p:txBody>
          <a:bodyPr/>
          <a:lstStyle/>
          <a:p>
            <a:endParaRPr lang="it-IT" dirty="0"/>
          </a:p>
        </p:txBody>
      </p:sp>
      <p:sp>
        <p:nvSpPr>
          <p:cNvPr id="7" name="Segnaposto numero diapositiva 6"/>
          <p:cNvSpPr>
            <a:spLocks noGrp="1"/>
          </p:cNvSpPr>
          <p:nvPr>
            <p:ph type="sldNum" sz="quarter" idx="12"/>
          </p:nvPr>
        </p:nvSpPr>
        <p:spPr/>
        <p:txBody>
          <a:bodyPr/>
          <a:lstStyle/>
          <a:p>
            <a:fld id="{EFF84BAA-871C-4DF1-9793-222B4332E6C7}" type="slidenum">
              <a:rPr lang="it-IT" smtClean="0"/>
            </a:fld>
            <a:endParaRPr lang="it-IT"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nfron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457200" y="5160336"/>
            <a:ext cx="8229600" cy="1143000"/>
          </a:xfrm>
        </p:spPr>
        <p:txBody>
          <a:bodyPr anchor="ctr"/>
          <a:lstStyle>
            <a:lvl1pPr algn="ctr">
              <a:defRPr sz="4500" b="1" cap="none" baseline="0"/>
            </a:lvl1pPr>
          </a:lstStyle>
          <a:p>
            <a:r>
              <a:rPr kumimoji="0" lang="it-IT" smtClean="0"/>
              <a:t>Fare clic per modificare lo stile del titolo</a:t>
            </a:r>
            <a:endParaRPr kumimoji="0" lang="en-US"/>
          </a:p>
        </p:txBody>
      </p:sp>
      <p:sp>
        <p:nvSpPr>
          <p:cNvPr id="3" name="Segnaposto testo 2"/>
          <p:cNvSpPr>
            <a:spLocks noGrp="1"/>
          </p:cNvSpPr>
          <p:nvPr>
            <p:ph type="body" idx="1" hasCustomPrompt="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it-IT" smtClean="0"/>
              <a:t>Fare clic per modificare stili del testo dello schema</a:t>
            </a:r>
            <a:endParaRPr kumimoji="0" lang="it-IT" smtClean="0"/>
          </a:p>
        </p:txBody>
      </p:sp>
      <p:sp>
        <p:nvSpPr>
          <p:cNvPr id="4" name="Segnaposto testo 3"/>
          <p:cNvSpPr>
            <a:spLocks noGrp="1"/>
          </p:cNvSpPr>
          <p:nvPr>
            <p:ph type="body" sz="half" idx="3" hasCustomPrompt="1"/>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it-IT" smtClean="0"/>
              <a:t>Fare clic per modificare stili del testo dello schema</a:t>
            </a:r>
            <a:endParaRPr kumimoji="0" lang="it-IT" smtClean="0"/>
          </a:p>
        </p:txBody>
      </p:sp>
      <p:sp>
        <p:nvSpPr>
          <p:cNvPr id="5" name="Segnaposto contenuto 4"/>
          <p:cNvSpPr>
            <a:spLocks noGrp="1"/>
          </p:cNvSpPr>
          <p:nvPr>
            <p:ph sz="quarter" idx="2" hasCustomPrompt="1"/>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it-IT" smtClean="0"/>
              <a:t>Fare clic per modificare stili del testo dello schema</a:t>
            </a:r>
            <a:endParaRPr lang="it-IT" smtClean="0"/>
          </a:p>
          <a:p>
            <a:pPr lvl="1" eaLnBrk="1" latinLnBrk="0" hangingPunct="1"/>
            <a:r>
              <a:rPr lang="it-IT" smtClean="0"/>
              <a:t>Secondo livello</a:t>
            </a:r>
            <a:endParaRPr lang="it-IT" smtClean="0"/>
          </a:p>
          <a:p>
            <a:pPr lvl="2" eaLnBrk="1" latinLnBrk="0" hangingPunct="1"/>
            <a:r>
              <a:rPr lang="it-IT" smtClean="0"/>
              <a:t>Terzo livello</a:t>
            </a:r>
            <a:endParaRPr lang="it-IT" smtClean="0"/>
          </a:p>
          <a:p>
            <a:pPr lvl="3" eaLnBrk="1" latinLnBrk="0" hangingPunct="1"/>
            <a:r>
              <a:rPr lang="it-IT" smtClean="0"/>
              <a:t>Quarto livello</a:t>
            </a:r>
            <a:endParaRPr lang="it-IT" smtClean="0"/>
          </a:p>
          <a:p>
            <a:pPr lvl="4" eaLnBrk="1" latinLnBrk="0" hangingPunct="1"/>
            <a:r>
              <a:rPr lang="it-IT" smtClean="0"/>
              <a:t>Quinto livello</a:t>
            </a:r>
            <a:endParaRPr kumimoji="0" lang="en-US"/>
          </a:p>
        </p:txBody>
      </p:sp>
      <p:sp>
        <p:nvSpPr>
          <p:cNvPr id="6" name="Segnaposto contenuto 5"/>
          <p:cNvSpPr>
            <a:spLocks noGrp="1"/>
          </p:cNvSpPr>
          <p:nvPr>
            <p:ph sz="quarter" idx="4" hasCustomPrompt="1"/>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it-IT" smtClean="0"/>
              <a:t>Fare clic per modificare stili del testo dello schema</a:t>
            </a:r>
            <a:endParaRPr lang="it-IT" smtClean="0"/>
          </a:p>
          <a:p>
            <a:pPr lvl="1" eaLnBrk="1" latinLnBrk="0" hangingPunct="1"/>
            <a:r>
              <a:rPr lang="it-IT" smtClean="0"/>
              <a:t>Secondo livello</a:t>
            </a:r>
            <a:endParaRPr lang="it-IT" smtClean="0"/>
          </a:p>
          <a:p>
            <a:pPr lvl="2" eaLnBrk="1" latinLnBrk="0" hangingPunct="1"/>
            <a:r>
              <a:rPr lang="it-IT" smtClean="0"/>
              <a:t>Terzo livello</a:t>
            </a:r>
            <a:endParaRPr lang="it-IT" smtClean="0"/>
          </a:p>
          <a:p>
            <a:pPr lvl="3" eaLnBrk="1" latinLnBrk="0" hangingPunct="1"/>
            <a:r>
              <a:rPr lang="it-IT" smtClean="0"/>
              <a:t>Quarto livello</a:t>
            </a:r>
            <a:endParaRPr lang="it-IT" smtClean="0"/>
          </a:p>
          <a:p>
            <a:pPr lvl="4" eaLnBrk="1" latinLnBrk="0" hangingPunct="1"/>
            <a:r>
              <a:rPr lang="it-IT" smtClean="0"/>
              <a:t>Quinto livello</a:t>
            </a:r>
            <a:endParaRPr kumimoji="0" lang="en-US"/>
          </a:p>
        </p:txBody>
      </p:sp>
      <p:sp>
        <p:nvSpPr>
          <p:cNvPr id="7" name="Segnaposto data 6"/>
          <p:cNvSpPr>
            <a:spLocks noGrp="1"/>
          </p:cNvSpPr>
          <p:nvPr>
            <p:ph type="dt" sz="half" idx="10"/>
          </p:nvPr>
        </p:nvSpPr>
        <p:spPr/>
        <p:txBody>
          <a:bodyPr/>
          <a:lstStyle/>
          <a:p>
            <a:fld id="{3B74EFD5-EB0E-41CE-A85F-A0654416D6BF}" type="datetimeFigureOut">
              <a:rPr lang="it-IT" smtClean="0"/>
            </a:fld>
            <a:endParaRPr lang="it-IT" dirty="0"/>
          </a:p>
        </p:txBody>
      </p:sp>
      <p:sp>
        <p:nvSpPr>
          <p:cNvPr id="8" name="Segnaposto piè di pagina 7"/>
          <p:cNvSpPr>
            <a:spLocks noGrp="1"/>
          </p:cNvSpPr>
          <p:nvPr>
            <p:ph type="ftr" sz="quarter" idx="11"/>
          </p:nvPr>
        </p:nvSpPr>
        <p:spPr/>
        <p:txBody>
          <a:bodyPr/>
          <a:lstStyle/>
          <a:p>
            <a:endParaRPr lang="it-IT" dirty="0"/>
          </a:p>
        </p:txBody>
      </p:sp>
      <p:sp>
        <p:nvSpPr>
          <p:cNvPr id="9" name="Segnaposto numero diapositiva 8"/>
          <p:cNvSpPr>
            <a:spLocks noGrp="1"/>
          </p:cNvSpPr>
          <p:nvPr>
            <p:ph type="sldNum" sz="quarter" idx="12"/>
          </p:nvPr>
        </p:nvSpPr>
        <p:spPr/>
        <p:txBody>
          <a:bodyPr/>
          <a:lstStyle/>
          <a:p>
            <a:fld id="{EFF84BAA-871C-4DF1-9793-222B4332E6C7}" type="slidenum">
              <a:rPr lang="it-IT" smtClean="0"/>
            </a:fld>
            <a:endParaRPr lang="it-IT"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1435608" y="274320"/>
            <a:ext cx="7498080" cy="1143000"/>
          </a:xfrm>
        </p:spPr>
        <p:txBody>
          <a:bodyPr anchor="ctr"/>
          <a:lstStyle/>
          <a:p>
            <a:r>
              <a:rPr kumimoji="0" lang="it-IT" smtClean="0"/>
              <a:t>Fare clic per modificare lo stile del titolo</a:t>
            </a:r>
            <a:endParaRPr kumimoji="0" lang="en-US"/>
          </a:p>
        </p:txBody>
      </p:sp>
      <p:sp>
        <p:nvSpPr>
          <p:cNvPr id="3" name="Segnaposto data 2"/>
          <p:cNvSpPr>
            <a:spLocks noGrp="1"/>
          </p:cNvSpPr>
          <p:nvPr>
            <p:ph type="dt" sz="half" idx="10"/>
          </p:nvPr>
        </p:nvSpPr>
        <p:spPr/>
        <p:txBody>
          <a:bodyPr/>
          <a:lstStyle/>
          <a:p>
            <a:fld id="{3B74EFD5-EB0E-41CE-A85F-A0654416D6BF}" type="datetimeFigureOut">
              <a:rPr lang="it-IT" smtClean="0"/>
            </a:fld>
            <a:endParaRPr lang="it-IT" dirty="0"/>
          </a:p>
        </p:txBody>
      </p:sp>
      <p:sp>
        <p:nvSpPr>
          <p:cNvPr id="4" name="Segnaposto piè di pagina 3"/>
          <p:cNvSpPr>
            <a:spLocks noGrp="1"/>
          </p:cNvSpPr>
          <p:nvPr>
            <p:ph type="ftr" sz="quarter" idx="11"/>
          </p:nvPr>
        </p:nvSpPr>
        <p:spPr/>
        <p:txBody>
          <a:bodyPr/>
          <a:lstStyle/>
          <a:p>
            <a:endParaRPr lang="it-IT" dirty="0"/>
          </a:p>
        </p:txBody>
      </p:sp>
      <p:sp>
        <p:nvSpPr>
          <p:cNvPr id="5" name="Segnaposto numero diapositiva 4"/>
          <p:cNvSpPr>
            <a:spLocks noGrp="1"/>
          </p:cNvSpPr>
          <p:nvPr>
            <p:ph type="sldNum" sz="quarter" idx="12"/>
          </p:nvPr>
        </p:nvSpPr>
        <p:spPr/>
        <p:txBody>
          <a:bodyPr/>
          <a:lstStyle/>
          <a:p>
            <a:fld id="{EFF84BAA-871C-4DF1-9793-222B4332E6C7}" type="slidenum">
              <a:rPr lang="it-IT" smtClean="0"/>
            </a:fld>
            <a:endParaRPr lang="it-IT"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Vuota">
    <p:spTree>
      <p:nvGrpSpPr>
        <p:cNvPr id="1" name=""/>
        <p:cNvGrpSpPr/>
        <p:nvPr/>
      </p:nvGrpSpPr>
      <p:grpSpPr>
        <a:xfrm>
          <a:off x="0" y="0"/>
          <a:ext cx="0" cy="0"/>
          <a:chOff x="0" y="0"/>
          <a:chExt cx="0" cy="0"/>
        </a:xfrm>
      </p:grpSpPr>
      <p:sp>
        <p:nvSpPr>
          <p:cNvPr id="5" name="Rettangolo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Segnaposto data 1"/>
          <p:cNvSpPr>
            <a:spLocks noGrp="1"/>
          </p:cNvSpPr>
          <p:nvPr>
            <p:ph type="dt" sz="half" idx="10"/>
          </p:nvPr>
        </p:nvSpPr>
        <p:spPr/>
        <p:txBody>
          <a:bodyPr/>
          <a:lstStyle/>
          <a:p>
            <a:fld id="{3B74EFD5-EB0E-41CE-A85F-A0654416D6BF}" type="datetimeFigureOut">
              <a:rPr lang="it-IT" smtClean="0"/>
            </a:fld>
            <a:endParaRPr lang="it-IT" dirty="0"/>
          </a:p>
        </p:txBody>
      </p:sp>
      <p:sp>
        <p:nvSpPr>
          <p:cNvPr id="3" name="Segnaposto piè di pagina 2"/>
          <p:cNvSpPr>
            <a:spLocks noGrp="1"/>
          </p:cNvSpPr>
          <p:nvPr>
            <p:ph type="ftr" sz="quarter" idx="11"/>
          </p:nvPr>
        </p:nvSpPr>
        <p:spPr/>
        <p:txBody>
          <a:bodyPr/>
          <a:lstStyle/>
          <a:p>
            <a:endParaRPr lang="it-IT" dirty="0"/>
          </a:p>
        </p:txBody>
      </p:sp>
      <p:sp>
        <p:nvSpPr>
          <p:cNvPr id="4" name="Segnaposto numero diapositiva 3"/>
          <p:cNvSpPr>
            <a:spLocks noGrp="1"/>
          </p:cNvSpPr>
          <p:nvPr>
            <p:ph type="sldNum" sz="quarter" idx="12"/>
          </p:nvPr>
        </p:nvSpPr>
        <p:spPr/>
        <p:txBody>
          <a:bodyPr/>
          <a:lstStyle/>
          <a:p>
            <a:fld id="{EFF84BAA-871C-4DF1-9793-222B4332E6C7}" type="slidenum">
              <a:rPr lang="it-IT" smtClean="0"/>
            </a:fld>
            <a:endParaRPr lang="it-IT" dirty="0"/>
          </a:p>
        </p:txBody>
      </p:sp>
      <p:sp>
        <p:nvSpPr>
          <p:cNvPr id="6" name="Rettangolo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uto con didascalia">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457200" y="216778"/>
            <a:ext cx="3810000" cy="1162050"/>
          </a:xfrm>
          <a:ln>
            <a:noFill/>
          </a:ln>
        </p:spPr>
        <p:txBody>
          <a:bodyPr anchor="b"/>
          <a:lstStyle>
            <a:lvl1pPr algn="l">
              <a:lnSpc>
                <a:spcPts val="2000"/>
              </a:lnSpc>
              <a:buNone/>
              <a:defRPr sz="2200" b="1" cap="all" baseline="0"/>
            </a:lvl1pPr>
          </a:lstStyle>
          <a:p>
            <a:r>
              <a:rPr kumimoji="0" lang="it-IT" smtClean="0"/>
              <a:t>Fare clic per modificare lo stile del titolo</a:t>
            </a:r>
            <a:endParaRPr kumimoji="0" lang="en-US"/>
          </a:p>
        </p:txBody>
      </p:sp>
      <p:sp>
        <p:nvSpPr>
          <p:cNvPr id="3" name="Segnaposto testo 2"/>
          <p:cNvSpPr>
            <a:spLocks noGrp="1"/>
          </p:cNvSpPr>
          <p:nvPr>
            <p:ph type="body" idx="2" hasCustomPrompt="1"/>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it-IT" smtClean="0"/>
              <a:t>Fare clic per modificare stili del testo dello schema</a:t>
            </a:r>
            <a:endParaRPr kumimoji="0" lang="it-IT" smtClean="0"/>
          </a:p>
        </p:txBody>
      </p:sp>
      <p:sp>
        <p:nvSpPr>
          <p:cNvPr id="4" name="Segnaposto contenuto 3"/>
          <p:cNvSpPr>
            <a:spLocks noGrp="1"/>
          </p:cNvSpPr>
          <p:nvPr>
            <p:ph sz="half" idx="1" hasCustomPrompt="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it-IT" smtClean="0"/>
              <a:t>Fare clic per modificare stili del testo dello schema</a:t>
            </a:r>
            <a:endParaRPr lang="it-IT" smtClean="0"/>
          </a:p>
          <a:p>
            <a:pPr lvl="1" eaLnBrk="1" latinLnBrk="0" hangingPunct="1"/>
            <a:r>
              <a:rPr lang="it-IT" smtClean="0"/>
              <a:t>Secondo livello</a:t>
            </a:r>
            <a:endParaRPr lang="it-IT" smtClean="0"/>
          </a:p>
          <a:p>
            <a:pPr lvl="2" eaLnBrk="1" latinLnBrk="0" hangingPunct="1"/>
            <a:r>
              <a:rPr lang="it-IT" smtClean="0"/>
              <a:t>Terzo livello</a:t>
            </a:r>
            <a:endParaRPr lang="it-IT" smtClean="0"/>
          </a:p>
          <a:p>
            <a:pPr lvl="3" eaLnBrk="1" latinLnBrk="0" hangingPunct="1"/>
            <a:r>
              <a:rPr lang="it-IT" smtClean="0"/>
              <a:t>Quarto livello</a:t>
            </a:r>
            <a:endParaRPr lang="it-IT" smtClean="0"/>
          </a:p>
          <a:p>
            <a:pPr lvl="4" eaLnBrk="1" latinLnBrk="0" hangingPunct="1"/>
            <a:r>
              <a:rPr lang="it-IT" smtClean="0"/>
              <a:t>Quinto livello</a:t>
            </a:r>
            <a:endParaRPr kumimoji="0" lang="en-US"/>
          </a:p>
        </p:txBody>
      </p:sp>
      <p:sp>
        <p:nvSpPr>
          <p:cNvPr id="5" name="Segnaposto data 4"/>
          <p:cNvSpPr>
            <a:spLocks noGrp="1"/>
          </p:cNvSpPr>
          <p:nvPr>
            <p:ph type="dt" sz="half" idx="10"/>
          </p:nvPr>
        </p:nvSpPr>
        <p:spPr/>
        <p:txBody>
          <a:bodyPr/>
          <a:lstStyle/>
          <a:p>
            <a:fld id="{3B74EFD5-EB0E-41CE-A85F-A0654416D6BF}" type="datetimeFigureOut">
              <a:rPr lang="it-IT" smtClean="0"/>
            </a:fld>
            <a:endParaRPr lang="it-IT" dirty="0"/>
          </a:p>
        </p:txBody>
      </p:sp>
      <p:sp>
        <p:nvSpPr>
          <p:cNvPr id="6" name="Segnaposto piè di pagina 5"/>
          <p:cNvSpPr>
            <a:spLocks noGrp="1"/>
          </p:cNvSpPr>
          <p:nvPr>
            <p:ph type="ftr" sz="quarter" idx="11"/>
          </p:nvPr>
        </p:nvSpPr>
        <p:spPr/>
        <p:txBody>
          <a:bodyPr/>
          <a:lstStyle/>
          <a:p>
            <a:endParaRPr lang="it-IT" dirty="0"/>
          </a:p>
        </p:txBody>
      </p:sp>
      <p:sp>
        <p:nvSpPr>
          <p:cNvPr id="7" name="Segnaposto numero diapositiva 6"/>
          <p:cNvSpPr>
            <a:spLocks noGrp="1"/>
          </p:cNvSpPr>
          <p:nvPr>
            <p:ph type="sldNum" sz="quarter" idx="12"/>
          </p:nvPr>
        </p:nvSpPr>
        <p:spPr/>
        <p:txBody>
          <a:bodyPr/>
          <a:lstStyle/>
          <a:p>
            <a:fld id="{EFF84BAA-871C-4DF1-9793-222B4332E6C7}" type="slidenum">
              <a:rPr lang="it-IT" smtClean="0"/>
            </a:fld>
            <a:endParaRPr lang="it-IT"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Immagine con didascalia">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5886896" y="1066800"/>
            <a:ext cx="2743200" cy="1981200"/>
          </a:xfrm>
        </p:spPr>
        <p:txBody>
          <a:bodyPr anchor="b">
            <a:noAutofit/>
          </a:bodyPr>
          <a:lstStyle>
            <a:lvl1pPr algn="l">
              <a:buNone/>
              <a:defRPr sz="2100" b="1">
                <a:effectLst/>
              </a:defRPr>
            </a:lvl1pPr>
          </a:lstStyle>
          <a:p>
            <a:r>
              <a:rPr kumimoji="0" lang="it-IT" smtClean="0"/>
              <a:t>Fare clic per modificare lo stile del titolo</a:t>
            </a:r>
            <a:endParaRPr kumimoji="0" lang="en-US"/>
          </a:p>
        </p:txBody>
      </p:sp>
      <p:sp>
        <p:nvSpPr>
          <p:cNvPr id="5" name="Segnaposto data 4"/>
          <p:cNvSpPr>
            <a:spLocks noGrp="1"/>
          </p:cNvSpPr>
          <p:nvPr>
            <p:ph type="dt" sz="half" idx="10"/>
          </p:nvPr>
        </p:nvSpPr>
        <p:spPr/>
        <p:txBody>
          <a:bodyPr/>
          <a:lstStyle/>
          <a:p>
            <a:fld id="{3B74EFD5-EB0E-41CE-A85F-A0654416D6BF}" type="datetimeFigureOut">
              <a:rPr lang="it-IT" smtClean="0"/>
            </a:fld>
            <a:endParaRPr lang="it-IT" dirty="0"/>
          </a:p>
        </p:txBody>
      </p:sp>
      <p:sp>
        <p:nvSpPr>
          <p:cNvPr id="6" name="Segnaposto piè di pagina 5"/>
          <p:cNvSpPr>
            <a:spLocks noGrp="1"/>
          </p:cNvSpPr>
          <p:nvPr>
            <p:ph type="ftr" sz="quarter" idx="11"/>
          </p:nvPr>
        </p:nvSpPr>
        <p:spPr/>
        <p:txBody>
          <a:bodyPr/>
          <a:lstStyle/>
          <a:p>
            <a:endParaRPr lang="it-IT" dirty="0"/>
          </a:p>
        </p:txBody>
      </p:sp>
      <p:sp>
        <p:nvSpPr>
          <p:cNvPr id="7" name="Segnaposto numero diapositiva 6"/>
          <p:cNvSpPr>
            <a:spLocks noGrp="1"/>
          </p:cNvSpPr>
          <p:nvPr>
            <p:ph type="sldNum" sz="quarter" idx="12"/>
          </p:nvPr>
        </p:nvSpPr>
        <p:spPr/>
        <p:txBody>
          <a:bodyPr/>
          <a:lstStyle/>
          <a:p>
            <a:fld id="{EFF84BAA-871C-4DF1-9793-222B4332E6C7}" type="slidenum">
              <a:rPr lang="it-IT" smtClean="0"/>
            </a:fld>
            <a:endParaRPr lang="it-IT" dirty="0"/>
          </a:p>
        </p:txBody>
      </p:sp>
      <p:sp>
        <p:nvSpPr>
          <p:cNvPr id="8" name="Rettangolo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dirty="0">
              <a:solidFill>
                <a:schemeClr val="tx1"/>
              </a:solidFill>
              <a:latin typeface="+mn-lt"/>
              <a:ea typeface="+mn-ea"/>
              <a:cs typeface="+mn-cs"/>
            </a:endParaRPr>
          </a:p>
        </p:txBody>
      </p:sp>
      <p:sp>
        <p:nvSpPr>
          <p:cNvPr id="3" name="Segnaposto immagine 2"/>
          <p:cNvSpPr>
            <a:spLocks noGrp="1"/>
          </p:cNvSpPr>
          <p:nvPr>
            <p:ph type="pic" idx="1" hasCustomPrompt="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it-IT" dirty="0" smtClean="0"/>
              <a:t>Fare clic sull'icona per inserire un'immagine</a:t>
            </a:r>
            <a:endParaRPr kumimoji="0" lang="en-US" dirty="0"/>
          </a:p>
        </p:txBody>
      </p:sp>
      <p:sp>
        <p:nvSpPr>
          <p:cNvPr id="9" name="Elaborazione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Elaborazione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Segnaposto testo 3"/>
          <p:cNvSpPr>
            <a:spLocks noGrp="1"/>
          </p:cNvSpPr>
          <p:nvPr>
            <p:ph type="body" sz="half" idx="2" hasCustomPrompt="1"/>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it-IT" smtClean="0"/>
              <a:t>Fare clic per modificare stili del testo dello schema</a:t>
            </a:r>
            <a:endParaRPr kumimoji="0" lang="it-IT"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kumimoji="0" lang="it-IT" smtClean="0"/>
              <a:t>Fare clic per modificare lo stile del titolo</a:t>
            </a:r>
            <a:endParaRPr kumimoji="0" lang="en-US"/>
          </a:p>
        </p:txBody>
      </p:sp>
      <p:sp>
        <p:nvSpPr>
          <p:cNvPr id="3" name="Segnaposto testo verticale 2"/>
          <p:cNvSpPr>
            <a:spLocks noGrp="1"/>
          </p:cNvSpPr>
          <p:nvPr>
            <p:ph type="body" orient="vert" idx="1" hasCustomPrompt="1"/>
          </p:nvPr>
        </p:nvSpPr>
        <p:spPr/>
        <p:txBody>
          <a:bodyPr vert="eaVert"/>
          <a:lstStyle/>
          <a:p>
            <a:pPr lvl="0" eaLnBrk="1" latinLnBrk="0" hangingPunct="1"/>
            <a:r>
              <a:rPr lang="it-IT" smtClean="0"/>
              <a:t>Fare clic per modificare stili del testo dello schema</a:t>
            </a:r>
            <a:endParaRPr lang="it-IT" smtClean="0"/>
          </a:p>
          <a:p>
            <a:pPr lvl="1" eaLnBrk="1" latinLnBrk="0" hangingPunct="1"/>
            <a:r>
              <a:rPr lang="it-IT" smtClean="0"/>
              <a:t>Secondo livello</a:t>
            </a:r>
            <a:endParaRPr lang="it-IT" smtClean="0"/>
          </a:p>
          <a:p>
            <a:pPr lvl="2" eaLnBrk="1" latinLnBrk="0" hangingPunct="1"/>
            <a:r>
              <a:rPr lang="it-IT" smtClean="0"/>
              <a:t>Terzo livello</a:t>
            </a:r>
            <a:endParaRPr lang="it-IT" smtClean="0"/>
          </a:p>
          <a:p>
            <a:pPr lvl="3" eaLnBrk="1" latinLnBrk="0" hangingPunct="1"/>
            <a:r>
              <a:rPr lang="it-IT" smtClean="0"/>
              <a:t>Quarto livello</a:t>
            </a:r>
            <a:endParaRPr lang="it-IT" smtClean="0"/>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p>
            <a:fld id="{3B74EFD5-EB0E-41CE-A85F-A0654416D6BF}" type="datetimeFigureOut">
              <a:rPr lang="it-IT" smtClean="0"/>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EFF84BAA-871C-4DF1-9793-222B4332E6C7}" type="slidenum">
              <a:rPr lang="it-IT" smtClean="0"/>
            </a:fld>
            <a:endParaRPr lang="it-IT"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hasCustomPrompt="1"/>
          </p:nvPr>
        </p:nvSpPr>
        <p:spPr>
          <a:xfrm>
            <a:off x="6858000" y="274639"/>
            <a:ext cx="1828800" cy="5851525"/>
          </a:xfrm>
        </p:spPr>
        <p:txBody>
          <a:bodyPr vert="eaVert"/>
          <a:lstStyle/>
          <a:p>
            <a:r>
              <a:rPr kumimoji="0" lang="it-IT" smtClean="0"/>
              <a:t>Fare clic per modificare lo stile del titolo</a:t>
            </a:r>
            <a:endParaRPr kumimoji="0" lang="en-US"/>
          </a:p>
        </p:txBody>
      </p:sp>
      <p:sp>
        <p:nvSpPr>
          <p:cNvPr id="3" name="Segnaposto testo verticale 2"/>
          <p:cNvSpPr>
            <a:spLocks noGrp="1"/>
          </p:cNvSpPr>
          <p:nvPr>
            <p:ph type="body" orient="vert" idx="1" hasCustomPrompt="1"/>
          </p:nvPr>
        </p:nvSpPr>
        <p:spPr>
          <a:xfrm>
            <a:off x="1143000" y="274640"/>
            <a:ext cx="5562600" cy="5851525"/>
          </a:xfrm>
        </p:spPr>
        <p:txBody>
          <a:bodyPr vert="eaVert"/>
          <a:lstStyle/>
          <a:p>
            <a:pPr lvl="0" eaLnBrk="1" latinLnBrk="0" hangingPunct="1"/>
            <a:r>
              <a:rPr lang="it-IT" smtClean="0"/>
              <a:t>Fare clic per modificare stili del testo dello schema</a:t>
            </a:r>
            <a:endParaRPr lang="it-IT" smtClean="0"/>
          </a:p>
          <a:p>
            <a:pPr lvl="1" eaLnBrk="1" latinLnBrk="0" hangingPunct="1"/>
            <a:r>
              <a:rPr lang="it-IT" smtClean="0"/>
              <a:t>Secondo livello</a:t>
            </a:r>
            <a:endParaRPr lang="it-IT" smtClean="0"/>
          </a:p>
          <a:p>
            <a:pPr lvl="2" eaLnBrk="1" latinLnBrk="0" hangingPunct="1"/>
            <a:r>
              <a:rPr lang="it-IT" smtClean="0"/>
              <a:t>Terzo livello</a:t>
            </a:r>
            <a:endParaRPr lang="it-IT" smtClean="0"/>
          </a:p>
          <a:p>
            <a:pPr lvl="3" eaLnBrk="1" latinLnBrk="0" hangingPunct="1"/>
            <a:r>
              <a:rPr lang="it-IT" smtClean="0"/>
              <a:t>Quarto livello</a:t>
            </a:r>
            <a:endParaRPr lang="it-IT" smtClean="0"/>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p>
            <a:fld id="{3B74EFD5-EB0E-41CE-A85F-A0654416D6BF}" type="datetimeFigureOut">
              <a:rPr lang="it-IT" smtClean="0"/>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EFF84BAA-871C-4DF1-9793-222B4332E6C7}" type="slidenum">
              <a:rPr lang="it-IT" smtClean="0"/>
            </a:fld>
            <a:endParaRPr lang="it-IT" dirty="0"/>
          </a:p>
        </p:txBody>
      </p:sp>
    </p:spTree>
  </p:cSld>
  <p:clrMapOvr>
    <a:masterClrMapping/>
  </p:clrMapOvr>
</p:sldLayout>
</file>

<file path=ppt/slideMasters/_rels/slideMaster1.xml.rels><?xml version="1.0" encoding="UTF-8"?><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Torta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Ovale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Anello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ttangolo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Segnaposto titolo 4"/>
          <p:cNvSpPr>
            <a:spLocks noGrp="1"/>
          </p:cNvSpPr>
          <p:nvPr>
            <p:ph type="title"/>
          </p:nvPr>
        </p:nvSpPr>
        <p:spPr>
          <a:xfrm>
            <a:off x="1435608" y="274638"/>
            <a:ext cx="7498080" cy="1143000"/>
          </a:xfrm>
          <a:prstGeom prst="rect">
            <a:avLst/>
          </a:prstGeom>
        </p:spPr>
        <p:txBody>
          <a:bodyPr anchor="ctr">
            <a:normAutofit/>
          </a:bodyPr>
          <a:lstStyle/>
          <a:p>
            <a:r>
              <a:rPr kumimoji="0" lang="it-IT" smtClean="0"/>
              <a:t>Fare clic per modificare lo stile del titolo</a:t>
            </a:r>
            <a:endParaRPr kumimoji="0" lang="en-US"/>
          </a:p>
        </p:txBody>
      </p:sp>
      <p:sp>
        <p:nvSpPr>
          <p:cNvPr id="9" name="Segnaposto testo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it-IT" smtClean="0"/>
              <a:t>Fare clic per modificare stili del testo dello schema</a:t>
            </a:r>
            <a:endParaRPr kumimoji="0" lang="it-IT" smtClean="0"/>
          </a:p>
          <a:p>
            <a:pPr lvl="1" eaLnBrk="1" latinLnBrk="0" hangingPunct="1"/>
            <a:r>
              <a:rPr kumimoji="0" lang="it-IT" smtClean="0"/>
              <a:t>Secondo livello</a:t>
            </a:r>
            <a:endParaRPr kumimoji="0" lang="it-IT" smtClean="0"/>
          </a:p>
          <a:p>
            <a:pPr lvl="2" eaLnBrk="1" latinLnBrk="0" hangingPunct="1"/>
            <a:r>
              <a:rPr kumimoji="0" lang="it-IT" smtClean="0"/>
              <a:t>Terzo livello</a:t>
            </a:r>
            <a:endParaRPr kumimoji="0" lang="it-IT" smtClean="0"/>
          </a:p>
          <a:p>
            <a:pPr lvl="3" eaLnBrk="1" latinLnBrk="0" hangingPunct="1"/>
            <a:r>
              <a:rPr kumimoji="0" lang="it-IT" smtClean="0"/>
              <a:t>Quarto livello</a:t>
            </a:r>
            <a:endParaRPr kumimoji="0" lang="it-IT" smtClean="0"/>
          </a:p>
          <a:p>
            <a:pPr lvl="4" eaLnBrk="1" latinLnBrk="0" hangingPunct="1"/>
            <a:r>
              <a:rPr kumimoji="0" lang="it-IT" smtClean="0"/>
              <a:t>Quinto livello</a:t>
            </a:r>
            <a:endParaRPr kumimoji="0" lang="en-US"/>
          </a:p>
        </p:txBody>
      </p:sp>
      <p:sp>
        <p:nvSpPr>
          <p:cNvPr id="24" name="Segnaposto data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3B74EFD5-EB0E-41CE-A85F-A0654416D6BF}" type="datetimeFigureOut">
              <a:rPr lang="it-IT" smtClean="0"/>
            </a:fld>
            <a:endParaRPr lang="it-IT" dirty="0"/>
          </a:p>
        </p:txBody>
      </p:sp>
      <p:sp>
        <p:nvSpPr>
          <p:cNvPr id="10" name="Segnaposto piè di pagina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it-IT" dirty="0"/>
          </a:p>
        </p:txBody>
      </p:sp>
      <p:sp>
        <p:nvSpPr>
          <p:cNvPr id="22" name="Segnaposto numero diapositiva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EFF84BAA-871C-4DF1-9793-222B4332E6C7}" type="slidenum">
              <a:rPr lang="it-IT" smtClean="0"/>
            </a:fld>
            <a:endParaRPr lang="it-IT" dirty="0"/>
          </a:p>
        </p:txBody>
      </p:sp>
      <p:sp>
        <p:nvSpPr>
          <p:cNvPr id="15" name="Rettangolo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6.xml.rels><?xml version="1.0" encoding="UTF-8"?><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xml.rels><?xml version="1.0" encoding="UTF-8"?><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xml.rels><?xml version="1.0" encoding="UTF-8"?><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jpeg"/></Relationships>
</file>

<file path=ppt/slides/_rels/slide10.xml.rels><?xml version="1.0" encoding="UTF-8"?><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1.xml.rels><?xml version="1.0" encoding="UTF-8"?><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jpeg"/></Relationships>
</file>

<file path=ppt/slides/_rels/slide12.xml.rels><?xml version="1.0" encoding="UTF-8"?><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1043608" y="260648"/>
            <a:ext cx="7772400" cy="1470025"/>
          </a:xfrm>
        </p:spPr>
        <p:txBody>
          <a:bodyPr/>
          <a:lstStyle/>
          <a:p>
            <a:pPr algn="ctr"/>
            <a:r>
              <a:rPr lang="it-IT" dirty="0" smtClean="0"/>
              <a:t>MY PCTO EXPERIENCE</a:t>
            </a:r>
            <a:endParaRPr lang="it-IT" dirty="0"/>
          </a:p>
        </p:txBody>
      </p:sp>
      <p:sp>
        <p:nvSpPr>
          <p:cNvPr id="3" name="Sottotitolo 2"/>
          <p:cNvSpPr>
            <a:spLocks noGrp="1"/>
          </p:cNvSpPr>
          <p:nvPr>
            <p:ph type="subTitle" idx="1"/>
          </p:nvPr>
        </p:nvSpPr>
        <p:spPr>
          <a:xfrm>
            <a:off x="2771800" y="1772816"/>
            <a:ext cx="3888432" cy="1464568"/>
          </a:xfrm>
        </p:spPr>
        <p:txBody>
          <a:bodyPr>
            <a:normAutofit fontScale="90000"/>
          </a:bodyPr>
          <a:lstStyle/>
          <a:p>
            <a:pPr algn="ctr"/>
            <a:r>
              <a:rPr lang="it-IT" sz="2400" dirty="0" smtClean="0">
                <a:solidFill>
                  <a:schemeClr val="tx1"/>
                </a:solidFill>
              </a:rPr>
              <a:t>Menerva is the company where I carried out my PCTO experience and where I learned the first things about working.</a:t>
            </a:r>
            <a:endParaRPr lang="it-IT" sz="2400" dirty="0">
              <a:solidFill>
                <a:schemeClr val="tx1"/>
              </a:solidFill>
            </a:endParaRPr>
          </a:p>
        </p:txBody>
      </p:sp>
      <p:sp>
        <p:nvSpPr>
          <p:cNvPr id="1026" name="AutoShape 2" descr="MENERVA – Sistemi di monitoraggio ambientale – Progettazione e sviluppo di  software SM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it-IT" dirty="0"/>
          </a:p>
        </p:txBody>
      </p:sp>
      <p:sp>
        <p:nvSpPr>
          <p:cNvPr id="1028" name="AutoShape 4" descr="MENERVA – Sistemi di monitoraggio ambientale – Progettazione e sviluppo di  software SM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it-IT" dirty="0"/>
          </a:p>
        </p:txBody>
      </p:sp>
      <p:pic>
        <p:nvPicPr>
          <p:cNvPr id="9" name="Picture 6" descr="MENERVA – Sistemi di monitoraggio ambientale – Progettazione e sviluppo di  software SME"/>
          <p:cNvPicPr>
            <a:picLocks noChangeAspect="1" noChangeArrowheads="1"/>
          </p:cNvPicPr>
          <p:nvPr/>
        </p:nvPicPr>
        <p:blipFill>
          <a:blip r:embed="rId1" cstate="print"/>
          <a:srcRect/>
          <a:stretch>
            <a:fillRect/>
          </a:stretch>
        </p:blipFill>
        <p:spPr bwMode="auto">
          <a:xfrm>
            <a:off x="0" y="3717032"/>
            <a:ext cx="9144000" cy="1760670"/>
          </a:xfrm>
          <a:prstGeom prst="rect">
            <a:avLst/>
          </a:prstGeom>
          <a:noFill/>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p:cNvSpPr txBox="1"/>
          <p:nvPr/>
        </p:nvSpPr>
        <p:spPr>
          <a:xfrm>
            <a:off x="4499992" y="1268760"/>
            <a:ext cx="3888432" cy="1476375"/>
          </a:xfrm>
          <a:prstGeom prst="rect">
            <a:avLst/>
          </a:prstGeom>
          <a:noFill/>
        </p:spPr>
        <p:txBody>
          <a:bodyPr wrap="square" rtlCol="0">
            <a:spAutoFit/>
          </a:bodyPr>
          <a:lstStyle/>
          <a:p>
            <a:r>
              <a:rPr lang="en-US" dirty="0" smtClean="0"/>
              <a:t>As soon as I arrived at the company, I thought it would be difficult to adapt to the situation and to understand how work goes because I had never dealt with anything different from school.</a:t>
            </a:r>
            <a:endParaRPr lang="it-IT" dirty="0"/>
          </a:p>
        </p:txBody>
      </p:sp>
      <p:pic>
        <p:nvPicPr>
          <p:cNvPr id="4098" name="Picture 2"/>
          <p:cNvPicPr>
            <a:picLocks noChangeAspect="1" noChangeArrowheads="1"/>
          </p:cNvPicPr>
          <p:nvPr/>
        </p:nvPicPr>
        <p:blipFill>
          <a:blip r:embed="rId1" cstate="print"/>
          <a:srcRect/>
          <a:stretch>
            <a:fillRect/>
          </a:stretch>
        </p:blipFill>
        <p:spPr bwMode="auto">
          <a:xfrm>
            <a:off x="323528" y="1268760"/>
            <a:ext cx="3915637" cy="5203504"/>
          </a:xfrm>
          <a:prstGeom prst="rect">
            <a:avLst/>
          </a:prstGeom>
          <a:noFill/>
          <a:ln w="9525">
            <a:noFill/>
            <a:miter lim="800000"/>
            <a:headEnd/>
            <a:tailEnd/>
          </a:ln>
        </p:spPr>
      </p:pic>
      <p:sp>
        <p:nvSpPr>
          <p:cNvPr id="7" name="CasellaDiTesto 6"/>
          <p:cNvSpPr txBox="1"/>
          <p:nvPr/>
        </p:nvSpPr>
        <p:spPr>
          <a:xfrm>
            <a:off x="4572000" y="3429000"/>
            <a:ext cx="2808312" cy="1753235"/>
          </a:xfrm>
          <a:prstGeom prst="rect">
            <a:avLst/>
          </a:prstGeom>
          <a:noFill/>
        </p:spPr>
        <p:txBody>
          <a:bodyPr wrap="square" rtlCol="0">
            <a:spAutoFit/>
          </a:bodyPr>
          <a:lstStyle/>
          <a:p>
            <a:r>
              <a:rPr lang="en-US" dirty="0" smtClean="0"/>
              <a:t xml:space="preserve">After a short time, I was able to adapt, thanks also to the </a:t>
            </a:r>
            <a:r>
              <a:rPr lang="it-IT" altLang="en-US" dirty="0" smtClean="0"/>
              <a:t xml:space="preserve">colleagues </a:t>
            </a:r>
            <a:r>
              <a:rPr lang="en-US" dirty="0" smtClean="0"/>
              <a:t>who work there and to my PCTO partner, with whom I got along very well.</a:t>
            </a:r>
            <a:endParaRPr lang="it-IT" dirty="0"/>
          </a:p>
        </p:txBody>
      </p:sp>
      <p:sp>
        <p:nvSpPr>
          <p:cNvPr id="8" name="Titolo 1"/>
          <p:cNvSpPr>
            <a:spLocks noGrp="1"/>
          </p:cNvSpPr>
          <p:nvPr>
            <p:ph type="title"/>
          </p:nvPr>
        </p:nvSpPr>
        <p:spPr>
          <a:xfrm>
            <a:off x="179512" y="332656"/>
            <a:ext cx="4176464" cy="1143000"/>
          </a:xfrm>
        </p:spPr>
        <p:txBody>
          <a:bodyPr>
            <a:noAutofit/>
          </a:bodyPr>
          <a:lstStyle/>
          <a:p>
            <a:r>
              <a:rPr lang="it-IT" dirty="0" smtClean="0"/>
              <a:t>First Impressions:</a:t>
            </a:r>
            <a:endParaRPr lang="it-IT" dirty="0"/>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1000" fill="hold"/>
                                        <p:tgtEl>
                                          <p:spTgt spid="4098"/>
                                        </p:tgtEl>
                                        <p:attrNameLst>
                                          <p:attrName>ppt_w</p:attrName>
                                        </p:attrNameLst>
                                      </p:cBhvr>
                                      <p:tavLst>
                                        <p:tav tm="0">
                                          <p:val>
                                            <p:strVal val="#ppt_w+.3"/>
                                          </p:val>
                                        </p:tav>
                                        <p:tav tm="100000">
                                          <p:val>
                                            <p:strVal val="#ppt_w"/>
                                          </p:val>
                                        </p:tav>
                                      </p:tavLst>
                                    </p:anim>
                                    <p:anim calcmode="lin" valueType="num">
                                      <p:cBhvr>
                                        <p:cTn id="8" dur="1000" fill="hold"/>
                                        <p:tgtEl>
                                          <p:spTgt spid="4098"/>
                                        </p:tgtEl>
                                        <p:attrNameLst>
                                          <p:attrName>ppt_h</p:attrName>
                                        </p:attrNameLst>
                                      </p:cBhvr>
                                      <p:tavLst>
                                        <p:tav tm="0">
                                          <p:val>
                                            <p:strVal val="#ppt_h"/>
                                          </p:val>
                                        </p:tav>
                                        <p:tav tm="100000">
                                          <p:val>
                                            <p:strVal val="#ppt_h"/>
                                          </p:val>
                                        </p:tav>
                                      </p:tavLst>
                                    </p:anim>
                                    <p:animEffect transition="in" filter="fade">
                                      <p:cBhvr>
                                        <p:cTn id="9" dur="1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p:cNvSpPr>
            <a:spLocks noGrp="1"/>
          </p:cNvSpPr>
          <p:nvPr>
            <p:ph type="title"/>
          </p:nvPr>
        </p:nvSpPr>
        <p:spPr>
          <a:xfrm>
            <a:off x="179512" y="332656"/>
            <a:ext cx="3719264" cy="1143000"/>
          </a:xfrm>
        </p:spPr>
        <p:txBody>
          <a:bodyPr>
            <a:normAutofit/>
          </a:bodyPr>
          <a:lstStyle/>
          <a:p>
            <a:r>
              <a:rPr lang="it-IT" dirty="0" smtClean="0"/>
              <a:t>The place:</a:t>
            </a:r>
            <a:endParaRPr lang="it-IT" dirty="0"/>
          </a:p>
        </p:txBody>
      </p:sp>
      <p:sp>
        <p:nvSpPr>
          <p:cNvPr id="3" name="Segnaposto contenuto 2"/>
          <p:cNvSpPr>
            <a:spLocks noGrp="1"/>
          </p:cNvSpPr>
          <p:nvPr>
            <p:ph idx="1"/>
          </p:nvPr>
        </p:nvSpPr>
        <p:spPr>
          <a:xfrm>
            <a:off x="251520" y="1340768"/>
            <a:ext cx="3970784" cy="2404864"/>
          </a:xfrm>
        </p:spPr>
        <p:txBody>
          <a:bodyPr>
            <a:normAutofit/>
          </a:bodyPr>
          <a:lstStyle/>
          <a:p>
            <a:pPr marL="0">
              <a:buNone/>
            </a:pPr>
            <a:r>
              <a:rPr lang="it-IT" sz="1800" dirty="0" smtClean="0"/>
              <a:t>The place was so nice, I really enjoied the period I worked there. There were lots of things to do when we were on break.</a:t>
            </a:r>
            <a:endParaRPr lang="it-IT" sz="1800" dirty="0" smtClean="0"/>
          </a:p>
        </p:txBody>
      </p:sp>
      <p:pic>
        <p:nvPicPr>
          <p:cNvPr id="17410" name="Picture 2"/>
          <p:cNvPicPr>
            <a:picLocks noChangeAspect="1" noChangeArrowheads="1"/>
          </p:cNvPicPr>
          <p:nvPr/>
        </p:nvPicPr>
        <p:blipFill>
          <a:blip r:embed="rId1" cstate="print"/>
          <a:srcRect/>
          <a:stretch>
            <a:fillRect/>
          </a:stretch>
        </p:blipFill>
        <p:spPr bwMode="auto">
          <a:xfrm>
            <a:off x="1043608" y="2564904"/>
            <a:ext cx="3067996" cy="4077072"/>
          </a:xfrm>
          <a:prstGeom prst="rect">
            <a:avLst/>
          </a:prstGeom>
          <a:noFill/>
          <a:ln w="9525">
            <a:noFill/>
            <a:miter lim="800000"/>
            <a:headEnd/>
            <a:tailEnd/>
          </a:ln>
        </p:spPr>
      </p:pic>
      <p:sp>
        <p:nvSpPr>
          <p:cNvPr id="6" name="CasellaDiTesto 5"/>
          <p:cNvSpPr txBox="1"/>
          <p:nvPr/>
        </p:nvSpPr>
        <p:spPr>
          <a:xfrm>
            <a:off x="4716016" y="4149080"/>
            <a:ext cx="3240360" cy="1753235"/>
          </a:xfrm>
          <a:prstGeom prst="rect">
            <a:avLst/>
          </a:prstGeom>
          <a:noFill/>
        </p:spPr>
        <p:txBody>
          <a:bodyPr wrap="square" rtlCol="0">
            <a:spAutoFit/>
          </a:bodyPr>
          <a:lstStyle/>
          <a:p>
            <a:r>
              <a:rPr lang="it-IT" dirty="0"/>
              <a:t>One of the things I liked more was the lunch break in which we all had our lunch togheter and it was the perfect time to talk and to socialize.</a:t>
            </a:r>
            <a:endParaRPr lang="it-IT" dirty="0"/>
          </a:p>
          <a:p>
            <a:endParaRPr lang="it-IT" dirty="0"/>
          </a:p>
        </p:txBody>
      </p:sp>
      <p:pic>
        <p:nvPicPr>
          <p:cNvPr id="17411" name="Picture 3"/>
          <p:cNvPicPr>
            <a:picLocks noChangeAspect="1" noChangeArrowheads="1"/>
          </p:cNvPicPr>
          <p:nvPr/>
        </p:nvPicPr>
        <p:blipFill>
          <a:blip r:embed="rId2" cstate="print"/>
          <a:srcRect/>
          <a:stretch>
            <a:fillRect/>
          </a:stretch>
        </p:blipFill>
        <p:spPr bwMode="auto">
          <a:xfrm>
            <a:off x="4572000" y="548680"/>
            <a:ext cx="4401818" cy="3312368"/>
          </a:xfrm>
          <a:prstGeom prst="rect">
            <a:avLst/>
          </a:prstGeom>
          <a:noFill/>
          <a:ln w="9525">
            <a:noFill/>
            <a:miter lim="800000"/>
            <a:headEnd/>
            <a:tailEnd/>
          </a:ln>
        </p:spPr>
      </p:pic>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p:cTn id="7" dur="500" fill="hold"/>
                                        <p:tgtEl>
                                          <p:spTgt spid="17410"/>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7410"/>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7410"/>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7410"/>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17411"/>
                                        </p:tgtEl>
                                        <p:attrNameLst>
                                          <p:attrName>style.visibility</p:attrName>
                                        </p:attrNameLst>
                                      </p:cBhvr>
                                      <p:to>
                                        <p:strVal val="visible"/>
                                      </p:to>
                                    </p:set>
                                    <p:animEffect transition="in" filter="wipe(down)">
                                      <p:cBhvr>
                                        <p:cTn id="15" dur="580">
                                          <p:stCondLst>
                                            <p:cond delay="0"/>
                                          </p:stCondLst>
                                        </p:cTn>
                                        <p:tgtEl>
                                          <p:spTgt spid="17411"/>
                                        </p:tgtEl>
                                      </p:cBhvr>
                                    </p:animEffect>
                                    <p:anim calcmode="lin" valueType="num">
                                      <p:cBhvr>
                                        <p:cTn id="16" dur="1822" tmFilter="0,0; 0.14,0.36; 0.43,0.73; 0.71,0.91; 1.0,1.0">
                                          <p:stCondLst>
                                            <p:cond delay="0"/>
                                          </p:stCondLst>
                                        </p:cTn>
                                        <p:tgtEl>
                                          <p:spTgt spid="17411"/>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17411"/>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17411"/>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17411"/>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17411"/>
                                        </p:tgtEl>
                                        <p:attrNameLst>
                                          <p:attrName>ppt_y</p:attrName>
                                        </p:attrNameLst>
                                      </p:cBhvr>
                                      <p:tavLst>
                                        <p:tav tm="0" fmla="#ppt_y-sin(pi*$)/81">
                                          <p:val>
                                            <p:fltVal val="0"/>
                                          </p:val>
                                        </p:tav>
                                        <p:tav tm="100000">
                                          <p:val>
                                            <p:fltVal val="1"/>
                                          </p:val>
                                        </p:tav>
                                      </p:tavLst>
                                    </p:anim>
                                    <p:animScale>
                                      <p:cBhvr>
                                        <p:cTn id="21" dur="26">
                                          <p:stCondLst>
                                            <p:cond delay="650"/>
                                          </p:stCondLst>
                                        </p:cTn>
                                        <p:tgtEl>
                                          <p:spTgt spid="17411"/>
                                        </p:tgtEl>
                                      </p:cBhvr>
                                      <p:to x="100000" y="60000"/>
                                    </p:animScale>
                                    <p:animScale>
                                      <p:cBhvr>
                                        <p:cTn id="22" dur="166" decel="50000">
                                          <p:stCondLst>
                                            <p:cond delay="676"/>
                                          </p:stCondLst>
                                        </p:cTn>
                                        <p:tgtEl>
                                          <p:spTgt spid="17411"/>
                                        </p:tgtEl>
                                      </p:cBhvr>
                                      <p:to x="100000" y="100000"/>
                                    </p:animScale>
                                    <p:animScale>
                                      <p:cBhvr>
                                        <p:cTn id="23" dur="26">
                                          <p:stCondLst>
                                            <p:cond delay="1312"/>
                                          </p:stCondLst>
                                        </p:cTn>
                                        <p:tgtEl>
                                          <p:spTgt spid="17411"/>
                                        </p:tgtEl>
                                      </p:cBhvr>
                                      <p:to x="100000" y="80000"/>
                                    </p:animScale>
                                    <p:animScale>
                                      <p:cBhvr>
                                        <p:cTn id="24" dur="166" decel="50000">
                                          <p:stCondLst>
                                            <p:cond delay="1338"/>
                                          </p:stCondLst>
                                        </p:cTn>
                                        <p:tgtEl>
                                          <p:spTgt spid="17411"/>
                                        </p:tgtEl>
                                      </p:cBhvr>
                                      <p:to x="100000" y="100000"/>
                                    </p:animScale>
                                    <p:animScale>
                                      <p:cBhvr>
                                        <p:cTn id="25" dur="26">
                                          <p:stCondLst>
                                            <p:cond delay="1642"/>
                                          </p:stCondLst>
                                        </p:cTn>
                                        <p:tgtEl>
                                          <p:spTgt spid="17411"/>
                                        </p:tgtEl>
                                      </p:cBhvr>
                                      <p:to x="100000" y="90000"/>
                                    </p:animScale>
                                    <p:animScale>
                                      <p:cBhvr>
                                        <p:cTn id="26" dur="166" decel="50000">
                                          <p:stCondLst>
                                            <p:cond delay="1668"/>
                                          </p:stCondLst>
                                        </p:cTn>
                                        <p:tgtEl>
                                          <p:spTgt spid="17411"/>
                                        </p:tgtEl>
                                      </p:cBhvr>
                                      <p:to x="100000" y="100000"/>
                                    </p:animScale>
                                    <p:animScale>
                                      <p:cBhvr>
                                        <p:cTn id="27" dur="26">
                                          <p:stCondLst>
                                            <p:cond delay="1808"/>
                                          </p:stCondLst>
                                        </p:cTn>
                                        <p:tgtEl>
                                          <p:spTgt spid="17411"/>
                                        </p:tgtEl>
                                      </p:cBhvr>
                                      <p:to x="100000" y="95000"/>
                                    </p:animScale>
                                    <p:animScale>
                                      <p:cBhvr>
                                        <p:cTn id="28" dur="166" decel="50000">
                                          <p:stCondLst>
                                            <p:cond delay="1834"/>
                                          </p:stCondLst>
                                        </p:cTn>
                                        <p:tgtEl>
                                          <p:spTgt spid="174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p:cNvSpPr>
            <a:spLocks noGrp="1"/>
          </p:cNvSpPr>
          <p:nvPr>
            <p:ph type="title"/>
          </p:nvPr>
        </p:nvSpPr>
        <p:spPr>
          <a:xfrm>
            <a:off x="179512" y="332656"/>
            <a:ext cx="3719264" cy="1143000"/>
          </a:xfrm>
        </p:spPr>
        <p:txBody>
          <a:bodyPr>
            <a:normAutofit/>
          </a:bodyPr>
          <a:lstStyle/>
          <a:p>
            <a:r>
              <a:rPr lang="it-IT" dirty="0" smtClean="0"/>
              <a:t>The work:</a:t>
            </a:r>
            <a:endParaRPr lang="it-IT" dirty="0"/>
          </a:p>
        </p:txBody>
      </p:sp>
      <p:sp>
        <p:nvSpPr>
          <p:cNvPr id="3" name="Segnaposto contenuto 2"/>
          <p:cNvSpPr>
            <a:spLocks noGrp="1"/>
          </p:cNvSpPr>
          <p:nvPr>
            <p:ph idx="1"/>
          </p:nvPr>
        </p:nvSpPr>
        <p:spPr>
          <a:xfrm>
            <a:off x="323528" y="2276872"/>
            <a:ext cx="4211960" cy="3024336"/>
          </a:xfrm>
        </p:spPr>
        <p:txBody>
          <a:bodyPr>
            <a:normAutofit lnSpcReduction="10000"/>
          </a:bodyPr>
          <a:lstStyle/>
          <a:p>
            <a:pPr marL="0">
              <a:spcBef>
                <a:spcPts val="0"/>
              </a:spcBef>
              <a:buNone/>
            </a:pPr>
            <a:r>
              <a:rPr lang="it-IT" sz="1800" dirty="0" smtClean="0"/>
              <a:t>In that period of time the task we were asked to do was a C# project to help the company sign the daily hours of work without counting the holidays</a:t>
            </a:r>
            <a:r>
              <a:rPr lang="it-IT" sz="1800" dirty="0"/>
              <a:t xml:space="preserve"> </a:t>
            </a:r>
            <a:endParaRPr lang="it-IT" sz="1800" dirty="0" smtClean="0"/>
          </a:p>
          <a:p>
            <a:pPr marL="0">
              <a:spcBef>
                <a:spcPts val="0"/>
              </a:spcBef>
              <a:buNone/>
            </a:pPr>
            <a:r>
              <a:rPr lang="it-IT" sz="1800" dirty="0" smtClean="0"/>
              <a:t xml:space="preserve">They had a request for us to color all the </a:t>
            </a:r>
            <a:r>
              <a:rPr lang="it-IT" sz="1800" dirty="0"/>
              <a:t>S</a:t>
            </a:r>
            <a:r>
              <a:rPr lang="it-IT" sz="1800" dirty="0" smtClean="0"/>
              <a:t>aturdays in blue and the Sunday in red</a:t>
            </a:r>
            <a:r>
              <a:rPr lang="it-IT" sz="1800" dirty="0" smtClean="0"/>
              <a:t>.</a:t>
            </a:r>
            <a:endParaRPr lang="it-IT" sz="1800" dirty="0" smtClean="0"/>
          </a:p>
          <a:p>
            <a:pPr marL="0">
              <a:spcBef>
                <a:spcPts val="0"/>
              </a:spcBef>
              <a:buNone/>
            </a:pPr>
            <a:r>
              <a:rPr lang="it-IT" sz="1800" dirty="0" smtClean="0"/>
              <a:t>We completed it even with lots of difficulties but we did our best and the results were good.</a:t>
            </a:r>
            <a:endParaRPr lang="it-IT" sz="1800" dirty="0"/>
          </a:p>
        </p:txBody>
      </p:sp>
      <p:pic>
        <p:nvPicPr>
          <p:cNvPr id="5122" name="Picture 2"/>
          <p:cNvPicPr>
            <a:picLocks noChangeAspect="1" noChangeArrowheads="1"/>
          </p:cNvPicPr>
          <p:nvPr/>
        </p:nvPicPr>
        <p:blipFill>
          <a:blip r:embed="rId1" cstate="print"/>
          <a:srcRect/>
          <a:stretch>
            <a:fillRect/>
          </a:stretch>
        </p:blipFill>
        <p:spPr bwMode="auto">
          <a:xfrm>
            <a:off x="4860032" y="1196752"/>
            <a:ext cx="3990429" cy="5302896"/>
          </a:xfrm>
          <a:prstGeom prst="rect">
            <a:avLst/>
          </a:prstGeom>
          <a:noFill/>
          <a:ln w="9525">
            <a:noFill/>
            <a:miter lim="800000"/>
            <a:headEnd/>
            <a:tailEnd/>
          </a:ln>
        </p:spPr>
      </p:pic>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p:cTn id="7" dur="500" decel="50000" fill="hold">
                                          <p:stCondLst>
                                            <p:cond delay="0"/>
                                          </p:stCondLst>
                                        </p:cTn>
                                        <p:tgtEl>
                                          <p:spTgt spid="512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512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5122"/>
                                        </p:tgtEl>
                                        <p:attrNameLst>
                                          <p:attrName>ppt_w</p:attrName>
                                        </p:attrNameLst>
                                      </p:cBhvr>
                                      <p:tavLst>
                                        <p:tav tm="0">
                                          <p:val>
                                            <p:strVal val="#ppt_w*.05"/>
                                          </p:val>
                                        </p:tav>
                                        <p:tav tm="100000">
                                          <p:val>
                                            <p:strVal val="#ppt_w"/>
                                          </p:val>
                                        </p:tav>
                                      </p:tavLst>
                                    </p:anim>
                                    <p:anim calcmode="lin" valueType="num">
                                      <p:cBhvr>
                                        <p:cTn id="10" dur="1000" fill="hold"/>
                                        <p:tgtEl>
                                          <p:spTgt spid="512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512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512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512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p:cNvSpPr>
            <a:spLocks noGrp="1"/>
          </p:cNvSpPr>
          <p:nvPr>
            <p:ph type="title"/>
          </p:nvPr>
        </p:nvSpPr>
        <p:spPr>
          <a:xfrm>
            <a:off x="179512" y="332656"/>
            <a:ext cx="3719264" cy="1143000"/>
          </a:xfrm>
        </p:spPr>
        <p:txBody>
          <a:bodyPr>
            <a:normAutofit/>
          </a:bodyPr>
          <a:lstStyle/>
          <a:p>
            <a:r>
              <a:rPr lang="it-IT" dirty="0" smtClean="0"/>
              <a:t>The work:</a:t>
            </a:r>
            <a:endParaRPr lang="it-IT" dirty="0"/>
          </a:p>
        </p:txBody>
      </p:sp>
      <p:sp>
        <p:nvSpPr>
          <p:cNvPr id="3" name="Segnaposto contenuto 2"/>
          <p:cNvSpPr>
            <a:spLocks noGrp="1"/>
          </p:cNvSpPr>
          <p:nvPr>
            <p:ph idx="1"/>
          </p:nvPr>
        </p:nvSpPr>
        <p:spPr>
          <a:xfrm>
            <a:off x="457200" y="1600201"/>
            <a:ext cx="3322712" cy="2116832"/>
          </a:xfrm>
        </p:spPr>
        <p:txBody>
          <a:bodyPr>
            <a:normAutofit/>
          </a:bodyPr>
          <a:lstStyle/>
          <a:p>
            <a:pPr marL="0">
              <a:buNone/>
            </a:pPr>
            <a:r>
              <a:rPr lang="it-IT" sz="1800" dirty="0" err="1" smtClean="0"/>
              <a:t>To</a:t>
            </a:r>
            <a:r>
              <a:rPr lang="it-IT" sz="1800" dirty="0" smtClean="0"/>
              <a:t xml:space="preserve"> accomplish the goal we were given we used a newer version of VisualStudio and we learned new things thanks to the support of the colleagues there and of the IA called ChatGPT.</a:t>
            </a:r>
            <a:endParaRPr lang="it-IT" sz="1800" dirty="0"/>
          </a:p>
        </p:txBody>
      </p:sp>
      <p:pic>
        <p:nvPicPr>
          <p:cNvPr id="6146" name="Picture 2" descr="VISUAL STUDIO ENTERPRISE 2017 - SoftwareLicense4u"/>
          <p:cNvPicPr>
            <a:picLocks noChangeAspect="1" noChangeArrowheads="1"/>
          </p:cNvPicPr>
          <p:nvPr/>
        </p:nvPicPr>
        <p:blipFill>
          <a:blip r:embed="rId1" cstate="print"/>
          <a:srcRect/>
          <a:stretch>
            <a:fillRect/>
          </a:stretch>
        </p:blipFill>
        <p:spPr bwMode="auto">
          <a:xfrm>
            <a:off x="2051720" y="4725144"/>
            <a:ext cx="2400266" cy="1800200"/>
          </a:xfrm>
          <a:prstGeom prst="rect">
            <a:avLst/>
          </a:prstGeom>
          <a:noFill/>
        </p:spPr>
      </p:pic>
      <p:pic>
        <p:nvPicPr>
          <p:cNvPr id="6148" name="Picture 4" descr="ChatGPT - Wikipedia"/>
          <p:cNvPicPr>
            <a:picLocks noChangeAspect="1" noChangeArrowheads="1"/>
          </p:cNvPicPr>
          <p:nvPr/>
        </p:nvPicPr>
        <p:blipFill>
          <a:blip r:embed="rId2" cstate="print"/>
          <a:srcRect/>
          <a:stretch>
            <a:fillRect/>
          </a:stretch>
        </p:blipFill>
        <p:spPr bwMode="auto">
          <a:xfrm>
            <a:off x="1043608" y="3573016"/>
            <a:ext cx="1512168" cy="1512168"/>
          </a:xfrm>
          <a:prstGeom prst="rect">
            <a:avLst/>
          </a:prstGeom>
          <a:noFill/>
        </p:spPr>
      </p:pic>
      <p:pic>
        <p:nvPicPr>
          <p:cNvPr id="6149" name="Picture 5"/>
          <p:cNvPicPr>
            <a:picLocks noChangeAspect="1" noChangeArrowheads="1"/>
          </p:cNvPicPr>
          <p:nvPr/>
        </p:nvPicPr>
        <p:blipFill>
          <a:blip r:embed="rId3" cstate="print"/>
          <a:srcRect/>
          <a:stretch>
            <a:fillRect/>
          </a:stretch>
        </p:blipFill>
        <p:spPr bwMode="auto">
          <a:xfrm>
            <a:off x="4572000" y="548680"/>
            <a:ext cx="4214508" cy="5764002"/>
          </a:xfrm>
          <a:prstGeom prst="rect">
            <a:avLst/>
          </a:prstGeom>
          <a:noFill/>
          <a:ln w="9525">
            <a:noFill/>
            <a:miter lim="800000"/>
            <a:headEnd/>
            <a:tailEnd/>
          </a:ln>
          <a:effectLst/>
        </p:spPr>
      </p:pic>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additive="base">
                                        <p:cTn id="7" dur="500" fill="hold"/>
                                        <p:tgtEl>
                                          <p:spTgt spid="6148"/>
                                        </p:tgtEl>
                                        <p:attrNameLst>
                                          <p:attrName>ppt_x</p:attrName>
                                        </p:attrNameLst>
                                      </p:cBhvr>
                                      <p:tavLst>
                                        <p:tav tm="0">
                                          <p:val>
                                            <p:strVal val="#ppt_x"/>
                                          </p:val>
                                        </p:tav>
                                        <p:tav tm="100000">
                                          <p:val>
                                            <p:strVal val="#ppt_x"/>
                                          </p:val>
                                        </p:tav>
                                      </p:tavLst>
                                    </p:anim>
                                    <p:anim calcmode="lin" valueType="num">
                                      <p:cBhvr additive="base">
                                        <p:cTn id="8"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6"/>
                                        </p:tgtEl>
                                        <p:attrNameLst>
                                          <p:attrName>style.visibility</p:attrName>
                                        </p:attrNameLst>
                                      </p:cBhvr>
                                      <p:to>
                                        <p:strVal val="visible"/>
                                      </p:to>
                                    </p:set>
                                    <p:anim calcmode="lin" valueType="num">
                                      <p:cBhvr additive="base">
                                        <p:cTn id="13" dur="500" fill="hold"/>
                                        <p:tgtEl>
                                          <p:spTgt spid="6146"/>
                                        </p:tgtEl>
                                        <p:attrNameLst>
                                          <p:attrName>ppt_x</p:attrName>
                                        </p:attrNameLst>
                                      </p:cBhvr>
                                      <p:tavLst>
                                        <p:tav tm="0">
                                          <p:val>
                                            <p:strVal val="#ppt_x"/>
                                          </p:val>
                                        </p:tav>
                                        <p:tav tm="100000">
                                          <p:val>
                                            <p:strVal val="#ppt_x"/>
                                          </p:val>
                                        </p:tav>
                                      </p:tavLst>
                                    </p:anim>
                                    <p:anim calcmode="lin" valueType="num">
                                      <p:cBhvr additive="base">
                                        <p:cTn id="14"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6149"/>
                                        </p:tgtEl>
                                        <p:attrNameLst>
                                          <p:attrName>style.visibility</p:attrName>
                                        </p:attrNameLst>
                                      </p:cBhvr>
                                      <p:to>
                                        <p:strVal val="visible"/>
                                      </p:to>
                                    </p:set>
                                    <p:animEffect transition="in" filter="checkerboard(across)">
                                      <p:cBhvr>
                                        <p:cTn id="19"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 xml:space="preserve">	</a:t>
            </a:r>
            <a:endParaRPr lang="it-IT" dirty="0"/>
          </a:p>
        </p:txBody>
      </p:sp>
      <p:sp>
        <p:nvSpPr>
          <p:cNvPr id="3" name="Segnaposto contenuto 2"/>
          <p:cNvSpPr>
            <a:spLocks noGrp="1"/>
          </p:cNvSpPr>
          <p:nvPr>
            <p:ph idx="1"/>
          </p:nvPr>
        </p:nvSpPr>
        <p:spPr>
          <a:xfrm>
            <a:off x="467544" y="1340768"/>
            <a:ext cx="6419056" cy="1468760"/>
          </a:xfrm>
        </p:spPr>
        <p:txBody>
          <a:bodyPr>
            <a:normAutofit/>
          </a:bodyPr>
          <a:lstStyle/>
          <a:p>
            <a:pPr marL="0">
              <a:buNone/>
            </a:pPr>
            <a:r>
              <a:rPr lang="it-IT" sz="1800" dirty="0" smtClean="0"/>
              <a:t xml:space="preserve">The tutor was really nice with us and he helped us controlling and doing tests of the project when he saw us stuck in something. He helped a lot because he gave us lots of tips and very usefull </a:t>
            </a:r>
            <a:r>
              <a:rPr lang="it-IT" sz="1800" dirty="0" smtClean="0">
                <a:sym typeface="+mn-ea"/>
              </a:rPr>
              <a:t>advices</a:t>
            </a:r>
            <a:r>
              <a:rPr lang="it-IT" sz="1800" dirty="0" smtClean="0"/>
              <a:t>.</a:t>
            </a:r>
            <a:endParaRPr lang="it-IT" sz="1800" dirty="0" smtClean="0"/>
          </a:p>
        </p:txBody>
      </p:sp>
      <p:sp>
        <p:nvSpPr>
          <p:cNvPr id="4" name="Titolo 1"/>
          <p:cNvSpPr txBox="1"/>
          <p:nvPr/>
        </p:nvSpPr>
        <p:spPr>
          <a:xfrm>
            <a:off x="179512" y="332656"/>
            <a:ext cx="4248472" cy="1143000"/>
          </a:xfrm>
          <a:prstGeom prst="rect">
            <a:avLst/>
          </a:prstGeom>
        </p:spPr>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it-IT" sz="4400" b="0" i="0" u="none" strike="noStrike" kern="1200" cap="none" spc="0" normalizeH="0" baseline="0" noProof="0" dirty="0" smtClean="0">
                <a:ln>
                  <a:noFill/>
                </a:ln>
                <a:solidFill>
                  <a:schemeClr val="tx2"/>
                </a:solidFill>
                <a:effectLst/>
                <a:uLnTx/>
                <a:uFillTx/>
                <a:latin typeface="+mj-lt"/>
                <a:ea typeface="+mj-ea"/>
                <a:cs typeface="+mj-cs"/>
              </a:rPr>
              <a:t>Relationships and difficuties:</a:t>
            </a:r>
            <a:endParaRPr kumimoji="0" lang="it-IT" sz="4400" b="0" i="0" u="none" strike="noStrike" kern="1200" cap="none" spc="0" normalizeH="0" baseline="0" noProof="0" dirty="0">
              <a:ln>
                <a:noFill/>
              </a:ln>
              <a:solidFill>
                <a:schemeClr val="tx2"/>
              </a:solidFill>
              <a:effectLst/>
              <a:uLnTx/>
              <a:uFillTx/>
              <a:latin typeface="+mj-lt"/>
              <a:ea typeface="+mj-ea"/>
              <a:cs typeface="+mj-cs"/>
            </a:endParaRPr>
          </a:p>
        </p:txBody>
      </p:sp>
      <p:sp>
        <p:nvSpPr>
          <p:cNvPr id="5" name="CasellaDiTesto 4"/>
          <p:cNvSpPr txBox="1"/>
          <p:nvPr/>
        </p:nvSpPr>
        <p:spPr>
          <a:xfrm>
            <a:off x="5076056" y="4293096"/>
            <a:ext cx="3888432" cy="1198880"/>
          </a:xfrm>
          <a:prstGeom prst="rect">
            <a:avLst/>
          </a:prstGeom>
          <a:noFill/>
        </p:spPr>
        <p:txBody>
          <a:bodyPr wrap="square" rtlCol="0">
            <a:spAutoFit/>
          </a:bodyPr>
          <a:lstStyle/>
          <a:p>
            <a:r>
              <a:rPr lang="it-IT" dirty="0" smtClean="0"/>
              <a:t>We found some difficulties because we had to face lots of new situations and we didn’t know how to use them or how set them up.</a:t>
            </a:r>
            <a:endParaRPr lang="it-IT" dirty="0"/>
          </a:p>
        </p:txBody>
      </p:sp>
      <p:pic>
        <p:nvPicPr>
          <p:cNvPr id="1026" name="Picture 2"/>
          <p:cNvPicPr>
            <a:picLocks noChangeAspect="1" noChangeArrowheads="1"/>
          </p:cNvPicPr>
          <p:nvPr/>
        </p:nvPicPr>
        <p:blipFill>
          <a:blip r:embed="rId1" cstate="print"/>
          <a:srcRect/>
          <a:stretch>
            <a:fillRect/>
          </a:stretch>
        </p:blipFill>
        <p:spPr bwMode="auto">
          <a:xfrm>
            <a:off x="467544" y="2636912"/>
            <a:ext cx="4187428" cy="4047458"/>
          </a:xfrm>
          <a:prstGeom prst="rect">
            <a:avLst/>
          </a:prstGeom>
          <a:noFill/>
          <a:ln w="9525">
            <a:noFill/>
            <a:miter lim="800000"/>
            <a:headEnd/>
            <a:tailEnd/>
          </a:ln>
          <a:effec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p:cNvSpPr>
            <a:spLocks noGrp="1"/>
          </p:cNvSpPr>
          <p:nvPr>
            <p:ph type="title"/>
          </p:nvPr>
        </p:nvSpPr>
        <p:spPr>
          <a:xfrm>
            <a:off x="179512" y="332656"/>
            <a:ext cx="4104456" cy="1143000"/>
          </a:xfrm>
        </p:spPr>
        <p:txBody>
          <a:bodyPr>
            <a:normAutofit fontScale="90000"/>
          </a:bodyPr>
          <a:lstStyle/>
          <a:p>
            <a:r>
              <a:rPr lang="it-IT" dirty="0" smtClean="0"/>
              <a:t>Tools and Devices:</a:t>
            </a:r>
            <a:endParaRPr lang="it-IT" dirty="0"/>
          </a:p>
        </p:txBody>
      </p:sp>
      <p:sp>
        <p:nvSpPr>
          <p:cNvPr id="3" name="Segnaposto contenuto 2"/>
          <p:cNvSpPr>
            <a:spLocks noGrp="1"/>
          </p:cNvSpPr>
          <p:nvPr>
            <p:ph idx="1"/>
          </p:nvPr>
        </p:nvSpPr>
        <p:spPr>
          <a:xfrm>
            <a:off x="611684" y="1268631"/>
            <a:ext cx="5364088" cy="1944216"/>
          </a:xfrm>
        </p:spPr>
        <p:txBody>
          <a:bodyPr>
            <a:normAutofit/>
          </a:bodyPr>
          <a:lstStyle/>
          <a:p>
            <a:pPr marL="0">
              <a:buNone/>
            </a:pPr>
            <a:r>
              <a:rPr lang="it-IT" altLang="en-US" sz="1800" dirty="0" smtClean="0"/>
              <a:t>W</a:t>
            </a:r>
            <a:r>
              <a:rPr lang="en-US" sz="1800" dirty="0" smtClean="0"/>
              <a:t xml:space="preserve">e received </a:t>
            </a:r>
            <a:r>
              <a:rPr lang="it-IT" altLang="en-US" sz="1800" dirty="0" smtClean="0"/>
              <a:t xml:space="preserve">a worksheet with all the details of the task we had to complete, </a:t>
            </a:r>
            <a:r>
              <a:rPr lang="en-US" sz="1800" dirty="0" smtClean="0"/>
              <a:t>a PC with a monitor, keyboard, and mouse at our workstation, which changed between the first and second period. At the beginning of the second period, we indeed had to set it up and prepare it to continue the work.</a:t>
            </a:r>
            <a:endParaRPr lang="it-IT" sz="1800" dirty="0"/>
          </a:p>
        </p:txBody>
      </p:sp>
      <p:sp>
        <p:nvSpPr>
          <p:cNvPr id="5" name="CasellaDiTesto 4"/>
          <p:cNvSpPr txBox="1"/>
          <p:nvPr/>
        </p:nvSpPr>
        <p:spPr>
          <a:xfrm>
            <a:off x="1043608" y="3645024"/>
            <a:ext cx="2736304" cy="1477328"/>
          </a:xfrm>
          <a:prstGeom prst="rect">
            <a:avLst/>
          </a:prstGeom>
          <a:noFill/>
        </p:spPr>
        <p:txBody>
          <a:bodyPr wrap="square" rtlCol="0">
            <a:spAutoFit/>
          </a:bodyPr>
          <a:lstStyle/>
          <a:p>
            <a:r>
              <a:rPr lang="en-US" dirty="0" smtClean="0"/>
              <a:t>We had a sheet with all the details of the task we had to complete, and this is another part of the code that we created:</a:t>
            </a:r>
            <a:endParaRPr lang="it-IT" dirty="0"/>
          </a:p>
        </p:txBody>
      </p:sp>
      <p:pic>
        <p:nvPicPr>
          <p:cNvPr id="18434" name="Picture 2"/>
          <p:cNvPicPr>
            <a:picLocks noChangeAspect="1" noChangeArrowheads="1"/>
          </p:cNvPicPr>
          <p:nvPr/>
        </p:nvPicPr>
        <p:blipFill>
          <a:blip r:embed="rId1" cstate="print"/>
          <a:srcRect/>
          <a:stretch>
            <a:fillRect/>
          </a:stretch>
        </p:blipFill>
        <p:spPr bwMode="auto">
          <a:xfrm>
            <a:off x="4572134" y="2792358"/>
            <a:ext cx="4176464" cy="3791490"/>
          </a:xfrm>
          <a:prstGeom prst="rect">
            <a:avLst/>
          </a:prstGeom>
          <a:noFill/>
          <a:ln w="9525">
            <a:noFill/>
            <a:miter lim="800000"/>
            <a:headEnd/>
            <a:tailEnd/>
          </a:ln>
          <a:effectLst/>
        </p:spPr>
      </p:pic>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p:cTn id="7" dur="1000" fill="hold"/>
                                        <p:tgtEl>
                                          <p:spTgt spid="18434"/>
                                        </p:tgtEl>
                                        <p:attrNameLst>
                                          <p:attrName>ppt_x</p:attrName>
                                        </p:attrNameLst>
                                      </p:cBhvr>
                                      <p:tavLst>
                                        <p:tav tm="0">
                                          <p:val>
                                            <p:strVal val="#ppt_x-.2"/>
                                          </p:val>
                                        </p:tav>
                                        <p:tav tm="100000">
                                          <p:val>
                                            <p:strVal val="#ppt_x"/>
                                          </p:val>
                                        </p:tav>
                                      </p:tavLst>
                                    </p:anim>
                                    <p:anim calcmode="lin" valueType="num">
                                      <p:cBhvr>
                                        <p:cTn id="8" dur="1000" fill="hold"/>
                                        <p:tgtEl>
                                          <p:spTgt spid="18434"/>
                                        </p:tgtEl>
                                        <p:attrNameLst>
                                          <p:attrName>ppt_y</p:attrName>
                                        </p:attrNameLst>
                                      </p:cBhvr>
                                      <p:tavLst>
                                        <p:tav tm="0">
                                          <p:val>
                                            <p:strVal val="#ppt_y"/>
                                          </p:val>
                                        </p:tav>
                                        <p:tav tm="100000">
                                          <p:val>
                                            <p:strVal val="#ppt_y"/>
                                          </p:val>
                                        </p:tav>
                                      </p:tavLst>
                                    </p:anim>
                                    <p:animEffect transition="in" filter="wipe(right)" prLst="gradientSize: 0.1">
                                      <p:cBhvr>
                                        <p:cTn id="9" dur="10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p:cNvSpPr>
            <a:spLocks noGrp="1"/>
          </p:cNvSpPr>
          <p:nvPr>
            <p:ph type="title"/>
          </p:nvPr>
        </p:nvSpPr>
        <p:spPr>
          <a:xfrm>
            <a:off x="179512" y="332656"/>
            <a:ext cx="4248472" cy="1143000"/>
          </a:xfrm>
        </p:spPr>
        <p:txBody>
          <a:bodyPr>
            <a:normAutofit fontScale="90000"/>
          </a:bodyPr>
          <a:lstStyle/>
          <a:p>
            <a:r>
              <a:rPr lang="it-IT" dirty="0" smtClean="0"/>
              <a:t>Rest time and Gifts:</a:t>
            </a:r>
            <a:endParaRPr lang="it-IT" dirty="0"/>
          </a:p>
        </p:txBody>
      </p:sp>
      <p:sp>
        <p:nvSpPr>
          <p:cNvPr id="3" name="Segnaposto contenuto 2"/>
          <p:cNvSpPr>
            <a:spLocks noGrp="1"/>
          </p:cNvSpPr>
          <p:nvPr>
            <p:ph idx="1"/>
          </p:nvPr>
        </p:nvSpPr>
        <p:spPr>
          <a:xfrm>
            <a:off x="3995936" y="1556792"/>
            <a:ext cx="4762872" cy="964704"/>
          </a:xfrm>
        </p:spPr>
        <p:txBody>
          <a:bodyPr>
            <a:normAutofit fontScale="92500"/>
          </a:bodyPr>
          <a:lstStyle/>
          <a:p>
            <a:pPr marL="0">
              <a:buNone/>
            </a:pPr>
            <a:r>
              <a:rPr lang="en-US" sz="1800" dirty="0" smtClean="0"/>
              <a:t>During our break time, we could sit and lie down on bean bags or take a walk around the place, which was really relaxing and very helpful for resting.</a:t>
            </a:r>
            <a:endParaRPr lang="it-IT" sz="1800" dirty="0"/>
          </a:p>
        </p:txBody>
      </p:sp>
      <p:sp>
        <p:nvSpPr>
          <p:cNvPr id="5" name="CasellaDiTesto 4"/>
          <p:cNvSpPr txBox="1"/>
          <p:nvPr/>
        </p:nvSpPr>
        <p:spPr>
          <a:xfrm>
            <a:off x="611560" y="4581128"/>
            <a:ext cx="4464496" cy="922020"/>
          </a:xfrm>
          <a:prstGeom prst="rect">
            <a:avLst/>
          </a:prstGeom>
          <a:noFill/>
        </p:spPr>
        <p:txBody>
          <a:bodyPr wrap="square" rtlCol="0">
            <a:spAutoFit/>
          </a:bodyPr>
          <a:lstStyle/>
          <a:p>
            <a:r>
              <a:rPr lang="it-IT" dirty="0" smtClean="0"/>
              <a:t>At the end of the first period our PCTO tutor gifted us with a SSD of 512GB and he gave us the grades of the period.</a:t>
            </a:r>
            <a:endParaRPr lang="it-IT" dirty="0"/>
          </a:p>
        </p:txBody>
      </p:sp>
      <p:pic>
        <p:nvPicPr>
          <p:cNvPr id="19459" name="Picture 3" descr="C:\Users\Windows\Downloads\41tTJWOhApL._SS200_.png"/>
          <p:cNvPicPr>
            <a:picLocks noChangeAspect="1" noChangeArrowheads="1"/>
          </p:cNvPicPr>
          <p:nvPr/>
        </p:nvPicPr>
        <p:blipFill>
          <a:blip r:embed="rId1" cstate="print"/>
          <a:srcRect/>
          <a:stretch>
            <a:fillRect/>
          </a:stretch>
        </p:blipFill>
        <p:spPr bwMode="auto">
          <a:xfrm>
            <a:off x="683568" y="980728"/>
            <a:ext cx="3240360" cy="3240360"/>
          </a:xfrm>
          <a:prstGeom prst="rect">
            <a:avLst/>
          </a:prstGeom>
          <a:noFill/>
        </p:spPr>
      </p:pic>
      <p:pic>
        <p:nvPicPr>
          <p:cNvPr id="19460" name="Picture 4" descr="C:\Users\Windows\Downloads\Immagine WhatsApp 2024-10-25 ore 17.32.21_89cba478.png"/>
          <p:cNvPicPr>
            <a:picLocks noChangeAspect="1" noChangeArrowheads="1"/>
          </p:cNvPicPr>
          <p:nvPr/>
        </p:nvPicPr>
        <p:blipFill>
          <a:blip r:embed="rId2" cstate="print"/>
          <a:srcRect/>
          <a:stretch>
            <a:fillRect/>
          </a:stretch>
        </p:blipFill>
        <p:spPr bwMode="auto">
          <a:xfrm>
            <a:off x="4932040" y="764704"/>
            <a:ext cx="4973635" cy="6605609"/>
          </a:xfrm>
          <a:prstGeom prst="rect">
            <a:avLst/>
          </a:prstGeom>
          <a:noFill/>
        </p:spPr>
      </p:pic>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p:cTn id="7" dur="1000" fill="hold"/>
                                        <p:tgtEl>
                                          <p:spTgt spid="19459"/>
                                        </p:tgtEl>
                                        <p:attrNameLst>
                                          <p:attrName>ppt_w</p:attrName>
                                        </p:attrNameLst>
                                      </p:cBhvr>
                                      <p:tavLst>
                                        <p:tav tm="0">
                                          <p:val>
                                            <p:strVal val="#ppt_w*0.70"/>
                                          </p:val>
                                        </p:tav>
                                        <p:tav tm="100000">
                                          <p:val>
                                            <p:strVal val="#ppt_w"/>
                                          </p:val>
                                        </p:tav>
                                      </p:tavLst>
                                    </p:anim>
                                    <p:anim calcmode="lin" valueType="num">
                                      <p:cBhvr>
                                        <p:cTn id="8" dur="1000" fill="hold"/>
                                        <p:tgtEl>
                                          <p:spTgt spid="19459"/>
                                        </p:tgtEl>
                                        <p:attrNameLst>
                                          <p:attrName>ppt_h</p:attrName>
                                        </p:attrNameLst>
                                      </p:cBhvr>
                                      <p:tavLst>
                                        <p:tav tm="0">
                                          <p:val>
                                            <p:strVal val="#ppt_h"/>
                                          </p:val>
                                        </p:tav>
                                        <p:tav tm="100000">
                                          <p:val>
                                            <p:strVal val="#ppt_h"/>
                                          </p:val>
                                        </p:tav>
                                      </p:tavLst>
                                    </p:anim>
                                    <p:animEffect transition="in" filter="fade">
                                      <p:cBhvr>
                                        <p:cTn id="9" dur="1000"/>
                                        <p:tgtEl>
                                          <p:spTgt spid="19459"/>
                                        </p:tgtEl>
                                      </p:cBhvr>
                                    </p:animEffect>
                                  </p:childTnLst>
                                </p:cTn>
                              </p:par>
                            </p:childTnLst>
                          </p:cTn>
                        </p:par>
                      </p:childTnLst>
                    </p:cTn>
                  </p:par>
                  <p:par>
                    <p:cTn id="10" fill="hold">
                      <p:stCondLst>
                        <p:cond delay="indefinite"/>
                      </p:stCondLst>
                      <p:childTnLst>
                        <p:par>
                          <p:cTn id="11" fill="hold">
                            <p:stCondLst>
                              <p:cond delay="0"/>
                            </p:stCondLst>
                            <p:childTnLst>
                              <p:par>
                                <p:cTn id="12" presetID="34" presetClass="entr" presetSubtype="0" fill="hold" nodeType="clickEffect">
                                  <p:stCondLst>
                                    <p:cond delay="0"/>
                                  </p:stCondLst>
                                  <p:childTnLst>
                                    <p:set>
                                      <p:cBhvr>
                                        <p:cTn id="13" dur="1" fill="hold">
                                          <p:stCondLst>
                                            <p:cond delay="0"/>
                                          </p:stCondLst>
                                        </p:cTn>
                                        <p:tgtEl>
                                          <p:spTgt spid="19460"/>
                                        </p:tgtEl>
                                        <p:attrNameLst>
                                          <p:attrName>style.visibility</p:attrName>
                                        </p:attrNameLst>
                                      </p:cBhvr>
                                      <p:to>
                                        <p:strVal val="visible"/>
                                      </p:to>
                                    </p:set>
                                    <p:anim from="(-#ppt_w/2)" to="(#ppt_x)" calcmode="lin" valueType="num">
                                      <p:cBhvr>
                                        <p:cTn id="14" dur="600" fill="hold">
                                          <p:stCondLst>
                                            <p:cond delay="0"/>
                                          </p:stCondLst>
                                        </p:cTn>
                                        <p:tgtEl>
                                          <p:spTgt spid="19460"/>
                                        </p:tgtEl>
                                        <p:attrNameLst>
                                          <p:attrName>ppt_x</p:attrName>
                                        </p:attrNameLst>
                                      </p:cBhvr>
                                    </p:anim>
                                    <p:anim from="0" to="-1.0" calcmode="lin" valueType="num">
                                      <p:cBhvr>
                                        <p:cTn id="15" dur="200" decel="50000" autoRev="1" fill="hold">
                                          <p:stCondLst>
                                            <p:cond delay="600"/>
                                          </p:stCondLst>
                                        </p:cTn>
                                        <p:tgtEl>
                                          <p:spTgt spid="19460"/>
                                        </p:tgtEl>
                                        <p:attrNameLst>
                                          <p:attrName>xshear</p:attrName>
                                        </p:attrNameLst>
                                      </p:cBhvr>
                                    </p:anim>
                                    <p:animScale>
                                      <p:cBhvr>
                                        <p:cTn id="16" dur="200" decel="100000" autoRev="1" fill="hold">
                                          <p:stCondLst>
                                            <p:cond delay="600"/>
                                          </p:stCondLst>
                                        </p:cTn>
                                        <p:tgtEl>
                                          <p:spTgt spid="19460"/>
                                        </p:tgtEl>
                                      </p:cBhvr>
                                      <p:from x="100000" y="100000"/>
                                      <p:to x="80000" y="100000"/>
                                    </p:animScale>
                                    <p:anim by="(#ppt_h/3+#ppt_w*0.1)" calcmode="lin" valueType="num">
                                      <p:cBhvr additive="sum">
                                        <p:cTn id="17" dur="200" decel="100000" autoRev="1" fill="hold">
                                          <p:stCondLst>
                                            <p:cond delay="600"/>
                                          </p:stCondLst>
                                        </p:cTn>
                                        <p:tgtEl>
                                          <p:spTgt spid="1946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323215" y="2277110"/>
            <a:ext cx="2493645" cy="2232025"/>
          </a:xfrm>
        </p:spPr>
        <p:txBody>
          <a:bodyPr>
            <a:normAutofit/>
          </a:bodyPr>
          <a:lstStyle/>
          <a:p>
            <a:pPr marL="0">
              <a:buNone/>
            </a:pPr>
            <a:r>
              <a:rPr lang="it-IT" sz="1800" dirty="0" smtClean="0"/>
              <a:t xml:space="preserve">Thanks to this experience I understood that I really like lots of things that work has to offer. </a:t>
            </a:r>
            <a:endParaRPr lang="it-IT" sz="1800" dirty="0"/>
          </a:p>
        </p:txBody>
      </p:sp>
      <p:sp>
        <p:nvSpPr>
          <p:cNvPr id="4" name="Titolo 1"/>
          <p:cNvSpPr txBox="1"/>
          <p:nvPr/>
        </p:nvSpPr>
        <p:spPr>
          <a:xfrm>
            <a:off x="179512" y="332656"/>
            <a:ext cx="4248472" cy="1143000"/>
          </a:xfrm>
          <a:prstGeom prst="rect">
            <a:avLst/>
          </a:prstGeom>
        </p:spPr>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it-IT" sz="4400" b="0" i="0" u="none" strike="noStrike" kern="1200" cap="none" spc="0" normalizeH="0" baseline="0" noProof="0" dirty="0" smtClean="0">
                <a:ln>
                  <a:noFill/>
                </a:ln>
                <a:solidFill>
                  <a:schemeClr val="tx2"/>
                </a:solidFill>
                <a:effectLst/>
                <a:uLnTx/>
                <a:uFillTx/>
                <a:latin typeface="+mj-lt"/>
                <a:ea typeface="+mj-ea"/>
                <a:cs typeface="+mj-cs"/>
              </a:rPr>
              <a:t>My</a:t>
            </a:r>
            <a:r>
              <a:rPr kumimoji="0" lang="it-IT" sz="4400" b="0" i="0" u="none" strike="noStrike" kern="1200" cap="none" spc="0" normalizeH="0" noProof="0" dirty="0" smtClean="0">
                <a:ln>
                  <a:noFill/>
                </a:ln>
                <a:solidFill>
                  <a:schemeClr val="tx2"/>
                </a:solidFill>
                <a:effectLst/>
                <a:uLnTx/>
                <a:uFillTx/>
                <a:latin typeface="+mj-lt"/>
                <a:ea typeface="+mj-ea"/>
                <a:cs typeface="+mj-cs"/>
              </a:rPr>
              <a:t xml:space="preserve"> </a:t>
            </a:r>
            <a:r>
              <a:rPr kumimoji="0" lang="it-IT" sz="4400" b="0" i="0" u="none" strike="noStrike" kern="1200" cap="none" spc="0" normalizeH="0" baseline="0" noProof="0" dirty="0" smtClean="0">
                <a:ln>
                  <a:noFill/>
                </a:ln>
                <a:solidFill>
                  <a:schemeClr val="tx2"/>
                </a:solidFill>
                <a:effectLst/>
                <a:uLnTx/>
                <a:uFillTx/>
                <a:latin typeface="+mj-lt"/>
                <a:ea typeface="+mj-ea"/>
                <a:cs typeface="+mj-cs"/>
              </a:rPr>
              <a:t>future expectations:</a:t>
            </a:r>
            <a:endParaRPr kumimoji="0" lang="it-IT" sz="4400" b="0" i="0" u="none" strike="noStrike" kern="1200" cap="none" spc="0" normalizeH="0" baseline="0" noProof="0" dirty="0">
              <a:ln>
                <a:noFill/>
              </a:ln>
              <a:solidFill>
                <a:schemeClr val="tx2"/>
              </a:solidFill>
              <a:effectLst/>
              <a:uLnTx/>
              <a:uFillTx/>
              <a:latin typeface="+mj-lt"/>
              <a:ea typeface="+mj-ea"/>
              <a:cs typeface="+mj-cs"/>
            </a:endParaRPr>
          </a:p>
        </p:txBody>
      </p:sp>
      <p:pic>
        <p:nvPicPr>
          <p:cNvPr id="2050" name="Picture 2" descr="Job or education directions on a metal signpost"/>
          <p:cNvPicPr>
            <a:picLocks noChangeAspect="1" noChangeArrowheads="1"/>
          </p:cNvPicPr>
          <p:nvPr/>
        </p:nvPicPr>
        <p:blipFill>
          <a:blip r:embed="rId1" cstate="print"/>
          <a:srcRect/>
          <a:stretch>
            <a:fillRect/>
          </a:stretch>
        </p:blipFill>
        <p:spPr bwMode="auto">
          <a:xfrm>
            <a:off x="2915816" y="2132856"/>
            <a:ext cx="2592288" cy="2592288"/>
          </a:xfrm>
          <a:prstGeom prst="rect">
            <a:avLst/>
          </a:prstGeom>
          <a:noFill/>
        </p:spPr>
      </p:pic>
      <p:sp>
        <p:nvSpPr>
          <p:cNvPr id="6" name="CasellaDiTesto 5"/>
          <p:cNvSpPr txBox="1"/>
          <p:nvPr/>
        </p:nvSpPr>
        <p:spPr>
          <a:xfrm>
            <a:off x="5724128" y="3789040"/>
            <a:ext cx="3131840" cy="2306955"/>
          </a:xfrm>
          <a:prstGeom prst="rect">
            <a:avLst/>
          </a:prstGeom>
          <a:noFill/>
        </p:spPr>
        <p:txBody>
          <a:bodyPr wrap="square" rtlCol="0">
            <a:spAutoFit/>
          </a:bodyPr>
          <a:lstStyle/>
          <a:p>
            <a:r>
              <a:rPr lang="it-IT" dirty="0" smtClean="0"/>
              <a:t>I am reevaluating the idea to study at the university beacuse I like a lot sports so I am thinking to go to the Sport Science University in Urbino and I think that during this fifth year in school I will make up my mind.</a:t>
            </a:r>
            <a:endParaRPr lang="it-IT" dirty="0"/>
          </a:p>
        </p:txBody>
      </p:sp>
      <p:grpSp>
        <p:nvGrpSpPr>
          <p:cNvPr id="15" name="Gruppo 14"/>
          <p:cNvGrpSpPr/>
          <p:nvPr/>
        </p:nvGrpSpPr>
        <p:grpSpPr>
          <a:xfrm>
            <a:off x="3851920" y="0"/>
            <a:ext cx="3861048" cy="2132856"/>
            <a:chOff x="3851920" y="0"/>
            <a:chExt cx="3861048" cy="2132856"/>
          </a:xfrm>
        </p:grpSpPr>
        <p:pic>
          <p:nvPicPr>
            <p:cNvPr id="2055" name="Picture 7" descr="C:\Users\Windows\Downloads\pngtree-question-mark-icon-png-image_3975287.png"/>
            <p:cNvPicPr>
              <a:picLocks noChangeAspect="1" noChangeArrowheads="1"/>
            </p:cNvPicPr>
            <p:nvPr/>
          </p:nvPicPr>
          <p:blipFill>
            <a:blip r:embed="rId2" cstate="print"/>
            <a:srcRect/>
            <a:stretch>
              <a:fillRect/>
            </a:stretch>
          </p:blipFill>
          <p:spPr bwMode="auto">
            <a:xfrm>
              <a:off x="3851920" y="0"/>
              <a:ext cx="2132856" cy="2132856"/>
            </a:xfrm>
            <a:prstGeom prst="rect">
              <a:avLst/>
            </a:prstGeom>
            <a:noFill/>
          </p:spPr>
        </p:pic>
        <p:grpSp>
          <p:nvGrpSpPr>
            <p:cNvPr id="14" name="Gruppo 13"/>
            <p:cNvGrpSpPr/>
            <p:nvPr/>
          </p:nvGrpSpPr>
          <p:grpSpPr>
            <a:xfrm>
              <a:off x="4716016" y="0"/>
              <a:ext cx="2996952" cy="2132856"/>
              <a:chOff x="4716016" y="0"/>
              <a:chExt cx="2996952" cy="2132856"/>
            </a:xfrm>
          </p:grpSpPr>
          <p:pic>
            <p:nvPicPr>
              <p:cNvPr id="12" name="Picture 7" descr="C:\Users\Windows\Downloads\pngtree-question-mark-icon-png-image_3975287.png"/>
              <p:cNvPicPr>
                <a:picLocks noChangeAspect="1" noChangeArrowheads="1"/>
              </p:cNvPicPr>
              <p:nvPr/>
            </p:nvPicPr>
            <p:blipFill>
              <a:blip r:embed="rId2" cstate="print"/>
              <a:srcRect/>
              <a:stretch>
                <a:fillRect/>
              </a:stretch>
            </p:blipFill>
            <p:spPr bwMode="auto">
              <a:xfrm>
                <a:off x="4716016" y="0"/>
                <a:ext cx="2132856" cy="2132856"/>
              </a:xfrm>
              <a:prstGeom prst="rect">
                <a:avLst/>
              </a:prstGeom>
              <a:noFill/>
            </p:spPr>
          </p:pic>
          <p:pic>
            <p:nvPicPr>
              <p:cNvPr id="13" name="Picture 7" descr="C:\Users\Windows\Downloads\pngtree-question-mark-icon-png-image_3975287.png"/>
              <p:cNvPicPr>
                <a:picLocks noChangeAspect="1" noChangeArrowheads="1"/>
              </p:cNvPicPr>
              <p:nvPr/>
            </p:nvPicPr>
            <p:blipFill>
              <a:blip r:embed="rId2" cstate="print"/>
              <a:srcRect/>
              <a:stretch>
                <a:fillRect/>
              </a:stretch>
            </p:blipFill>
            <p:spPr bwMode="auto">
              <a:xfrm>
                <a:off x="5580112" y="0"/>
                <a:ext cx="2132856" cy="2132856"/>
              </a:xfrm>
              <a:prstGeom prst="rect">
                <a:avLst/>
              </a:prstGeom>
              <a:noFill/>
            </p:spPr>
          </p:pic>
        </p:grpSp>
      </p:gr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80">
                                          <p:stCondLst>
                                            <p:cond delay="0"/>
                                          </p:stCondLst>
                                        </p:cTn>
                                        <p:tgtEl>
                                          <p:spTgt spid="15"/>
                                        </p:tgtEl>
                                      </p:cBhvr>
                                    </p:animEffect>
                                    <p:anim calcmode="lin" valueType="num">
                                      <p:cBhvr>
                                        <p:cTn id="8"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3" dur="26">
                                          <p:stCondLst>
                                            <p:cond delay="650"/>
                                          </p:stCondLst>
                                        </p:cTn>
                                        <p:tgtEl>
                                          <p:spTgt spid="15"/>
                                        </p:tgtEl>
                                      </p:cBhvr>
                                      <p:to x="100000" y="60000"/>
                                    </p:animScale>
                                    <p:animScale>
                                      <p:cBhvr>
                                        <p:cTn id="14" dur="166" decel="50000">
                                          <p:stCondLst>
                                            <p:cond delay="676"/>
                                          </p:stCondLst>
                                        </p:cTn>
                                        <p:tgtEl>
                                          <p:spTgt spid="15"/>
                                        </p:tgtEl>
                                      </p:cBhvr>
                                      <p:to x="100000" y="100000"/>
                                    </p:animScale>
                                    <p:animScale>
                                      <p:cBhvr>
                                        <p:cTn id="15" dur="26">
                                          <p:stCondLst>
                                            <p:cond delay="1312"/>
                                          </p:stCondLst>
                                        </p:cTn>
                                        <p:tgtEl>
                                          <p:spTgt spid="15"/>
                                        </p:tgtEl>
                                      </p:cBhvr>
                                      <p:to x="100000" y="80000"/>
                                    </p:animScale>
                                    <p:animScale>
                                      <p:cBhvr>
                                        <p:cTn id="16" dur="166" decel="50000">
                                          <p:stCondLst>
                                            <p:cond delay="1338"/>
                                          </p:stCondLst>
                                        </p:cTn>
                                        <p:tgtEl>
                                          <p:spTgt spid="15"/>
                                        </p:tgtEl>
                                      </p:cBhvr>
                                      <p:to x="100000" y="100000"/>
                                    </p:animScale>
                                    <p:animScale>
                                      <p:cBhvr>
                                        <p:cTn id="17" dur="26">
                                          <p:stCondLst>
                                            <p:cond delay="1642"/>
                                          </p:stCondLst>
                                        </p:cTn>
                                        <p:tgtEl>
                                          <p:spTgt spid="15"/>
                                        </p:tgtEl>
                                      </p:cBhvr>
                                      <p:to x="100000" y="90000"/>
                                    </p:animScale>
                                    <p:animScale>
                                      <p:cBhvr>
                                        <p:cTn id="18" dur="166" decel="50000">
                                          <p:stCondLst>
                                            <p:cond delay="1668"/>
                                          </p:stCondLst>
                                        </p:cTn>
                                        <p:tgtEl>
                                          <p:spTgt spid="15"/>
                                        </p:tgtEl>
                                      </p:cBhvr>
                                      <p:to x="100000" y="100000"/>
                                    </p:animScale>
                                    <p:animScale>
                                      <p:cBhvr>
                                        <p:cTn id="19" dur="26">
                                          <p:stCondLst>
                                            <p:cond delay="1808"/>
                                          </p:stCondLst>
                                        </p:cTn>
                                        <p:tgtEl>
                                          <p:spTgt spid="15"/>
                                        </p:tgtEl>
                                      </p:cBhvr>
                                      <p:to x="100000" y="95000"/>
                                    </p:animScale>
                                    <p:animScale>
                                      <p:cBhvr>
                                        <p:cTn id="20" dur="166" decel="50000">
                                          <p:stCondLst>
                                            <p:cond delay="1834"/>
                                          </p:stCondLst>
                                        </p:cTn>
                                        <p:tgtEl>
                                          <p:spTgt spid="1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Effect transition="in" filter="fade">
                                      <p:cBhvr>
                                        <p:cTn id="25" dur="1000"/>
                                        <p:tgtEl>
                                          <p:spTgt spid="2050"/>
                                        </p:tgtEl>
                                      </p:cBhvr>
                                    </p:animEffect>
                                    <p:anim calcmode="lin" valueType="num">
                                      <p:cBhvr>
                                        <p:cTn id="26" dur="1000" fill="hold"/>
                                        <p:tgtEl>
                                          <p:spTgt spid="2050"/>
                                        </p:tgtEl>
                                        <p:attrNameLst>
                                          <p:attrName>ppt_x</p:attrName>
                                        </p:attrNameLst>
                                      </p:cBhvr>
                                      <p:tavLst>
                                        <p:tav tm="0">
                                          <p:val>
                                            <p:strVal val="#ppt_x"/>
                                          </p:val>
                                        </p:tav>
                                        <p:tav tm="100000">
                                          <p:val>
                                            <p:strVal val="#ppt_x"/>
                                          </p:val>
                                        </p:tav>
                                      </p:tavLst>
                                    </p:anim>
                                    <p:anim calcmode="lin" valueType="num">
                                      <p:cBhvr>
                                        <p:cTn id="27"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457200" y="1600201"/>
            <a:ext cx="8229600" cy="1756792"/>
          </a:xfrm>
        </p:spPr>
        <p:txBody>
          <a:bodyPr>
            <a:noAutofit/>
          </a:bodyPr>
          <a:lstStyle/>
          <a:p>
            <a:pPr marL="0">
              <a:buNone/>
            </a:pPr>
            <a:r>
              <a:rPr lang="it-IT" sz="1800" dirty="0" smtClean="0"/>
              <a:t>In the end I found this experience really useful and I loved it. I learned lots of things that I dint’t know and I had a really good time with everyone. This activity can help so much people and I think</a:t>
            </a:r>
            <a:r>
              <a:rPr lang="it-IT" sz="1800" dirty="0" smtClean="0"/>
              <a:t xml:space="preserve"> </a:t>
            </a:r>
            <a:r>
              <a:rPr lang="it-IT" sz="1800" dirty="0" smtClean="0"/>
              <a:t>the school should continue to have students do it.</a:t>
            </a:r>
            <a:endParaRPr lang="it-IT" sz="1800" dirty="0" smtClean="0"/>
          </a:p>
          <a:p>
            <a:pPr marL="0">
              <a:buNone/>
            </a:pPr>
            <a:r>
              <a:rPr lang="en-US" sz="1800" dirty="0" smtClean="0"/>
              <a:t xml:space="preserve">I really appreciated the time spent in the company and it also helped me to </a:t>
            </a:r>
            <a:r>
              <a:rPr lang="it-IT" altLang="en-US" sz="1800" dirty="0" smtClean="0"/>
              <a:t xml:space="preserve">develop </a:t>
            </a:r>
            <a:r>
              <a:rPr lang="en-US" sz="1800" dirty="0" smtClean="0"/>
              <a:t>in the work</a:t>
            </a:r>
            <a:r>
              <a:rPr lang="it-IT" altLang="en-US" sz="1800" dirty="0" smtClean="0"/>
              <a:t xml:space="preserve"> place</a:t>
            </a:r>
            <a:r>
              <a:rPr lang="en-US" sz="1800" dirty="0" smtClean="0"/>
              <a:t>.</a:t>
            </a:r>
            <a:endParaRPr lang="en-US" sz="1800" dirty="0" smtClean="0"/>
          </a:p>
          <a:p>
            <a:pPr marL="0">
              <a:buNone/>
            </a:pPr>
            <a:endParaRPr lang="en-US" sz="1800" dirty="0" smtClean="0"/>
          </a:p>
          <a:p>
            <a:pPr marL="0">
              <a:buNone/>
            </a:pPr>
            <a:r>
              <a:rPr lang="en-US" sz="1800" dirty="0" smtClean="0"/>
              <a:t>It was such a great experience for me. I loved it and I hope that I can continue to do it.</a:t>
            </a:r>
            <a:endParaRPr lang="en-US" sz="1800" dirty="0" smtClean="0"/>
          </a:p>
          <a:p>
            <a:pPr marL="0">
              <a:buNone/>
            </a:pPr>
            <a:endParaRPr lang="en-US" sz="1800" dirty="0" smtClean="0"/>
          </a:p>
          <a:p>
            <a:pPr marL="0">
              <a:buNone/>
            </a:pPr>
            <a:endParaRPr lang="en-US" sz="1800" dirty="0" smtClean="0"/>
          </a:p>
          <a:p>
            <a:pPr marL="0">
              <a:buNone/>
            </a:pPr>
            <a:r>
              <a:rPr lang="en-US" sz="1800" dirty="0" smtClean="0"/>
              <a:t xml:space="preserve">Thomas </a:t>
            </a:r>
            <a:r>
              <a:rPr lang="en-US" sz="1800" dirty="0" smtClean="0"/>
              <a:t>Martelli</a:t>
            </a:r>
            <a:endParaRPr lang="it-IT" sz="1800" dirty="0"/>
          </a:p>
        </p:txBody>
      </p:sp>
      <p:sp>
        <p:nvSpPr>
          <p:cNvPr id="4" name="Titolo 1"/>
          <p:cNvSpPr txBox="1"/>
          <p:nvPr/>
        </p:nvSpPr>
        <p:spPr>
          <a:xfrm>
            <a:off x="179512" y="332656"/>
            <a:ext cx="4248472" cy="1143000"/>
          </a:xfrm>
          <a:prstGeom prst="rect">
            <a:avLst/>
          </a:prstGeom>
        </p:spPr>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it-IT" sz="4400" b="0" i="0" u="none" strike="noStrike" kern="1200" cap="none" spc="0" normalizeH="0" baseline="0" noProof="0" dirty="0" smtClean="0">
                <a:ln>
                  <a:noFill/>
                </a:ln>
                <a:solidFill>
                  <a:schemeClr val="tx2"/>
                </a:solidFill>
                <a:effectLst/>
                <a:uLnTx/>
                <a:uFillTx/>
                <a:latin typeface="+mj-lt"/>
                <a:ea typeface="+mj-ea"/>
                <a:cs typeface="+mj-cs"/>
              </a:rPr>
              <a:t>Final considerations:</a:t>
            </a:r>
            <a:endParaRPr kumimoji="0" lang="it-IT" sz="4400" b="0" i="0" u="none" strike="noStrike" kern="1200" cap="none" spc="0" normalizeH="0" baseline="0" noProof="0" dirty="0">
              <a:ln>
                <a:noFill/>
              </a:ln>
              <a:solidFill>
                <a:schemeClr val="tx2"/>
              </a:solidFill>
              <a:effectLst/>
              <a:uLnTx/>
              <a:uFillTx/>
              <a:latin typeface="+mj-lt"/>
              <a:ea typeface="+mj-ea"/>
              <a:cs typeface="+mj-cs"/>
            </a:endParaRPr>
          </a:p>
        </p:txBody>
      </p:sp>
      <p:pic>
        <p:nvPicPr>
          <p:cNvPr id="34819" name="Picture 3"/>
          <p:cNvPicPr>
            <a:picLocks noChangeAspect="1" noChangeArrowheads="1"/>
          </p:cNvPicPr>
          <p:nvPr/>
        </p:nvPicPr>
        <p:blipFill>
          <a:blip r:embed="rId1" cstate="print"/>
          <a:srcRect/>
          <a:stretch>
            <a:fillRect/>
          </a:stretch>
        </p:blipFill>
        <p:spPr bwMode="auto">
          <a:xfrm>
            <a:off x="4644008" y="3968864"/>
            <a:ext cx="3308226" cy="2753875"/>
          </a:xfrm>
          <a:prstGeom prst="rect">
            <a:avLst/>
          </a:prstGeom>
          <a:noFill/>
          <a:ln w="9525">
            <a:noFill/>
            <a:miter lim="800000"/>
            <a:headEnd/>
            <a:tailEnd/>
          </a:ln>
          <a:effectLst/>
        </p:spPr>
      </p:pic>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p:cTn id="7" dur="500" fill="hold"/>
                                        <p:tgtEl>
                                          <p:spTgt spid="34819"/>
                                        </p:tgtEl>
                                        <p:attrNameLst>
                                          <p:attrName>ppt_w</p:attrName>
                                        </p:attrNameLst>
                                      </p:cBhvr>
                                      <p:tavLst>
                                        <p:tav tm="0">
                                          <p:val>
                                            <p:fltVal val="0"/>
                                          </p:val>
                                        </p:tav>
                                        <p:tav tm="100000">
                                          <p:val>
                                            <p:strVal val="#ppt_w"/>
                                          </p:val>
                                        </p:tav>
                                      </p:tavLst>
                                    </p:anim>
                                    <p:anim calcmode="lin" valueType="num">
                                      <p:cBhvr>
                                        <p:cTn id="8" dur="500" fill="hold"/>
                                        <p:tgtEl>
                                          <p:spTgt spid="348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79512" y="332656"/>
            <a:ext cx="4248472" cy="1143000"/>
          </a:xfrm>
        </p:spPr>
        <p:txBody>
          <a:bodyPr>
            <a:normAutofit fontScale="90000"/>
          </a:bodyPr>
          <a:lstStyle/>
          <a:p>
            <a:r>
              <a:rPr lang="en-US" dirty="0" smtClean="0"/>
              <a:t>A Week at School:</a:t>
            </a:r>
            <a:endParaRPr lang="en-US" dirty="0"/>
          </a:p>
        </p:txBody>
      </p:sp>
      <p:sp>
        <p:nvSpPr>
          <p:cNvPr id="3" name="Segnaposto contenuto 2"/>
          <p:cNvSpPr>
            <a:spLocks noGrp="1"/>
          </p:cNvSpPr>
          <p:nvPr>
            <p:ph idx="1"/>
          </p:nvPr>
        </p:nvSpPr>
        <p:spPr>
          <a:xfrm>
            <a:off x="323215" y="1600000"/>
            <a:ext cx="3900000" cy="4000000"/>
          </a:xfrm>
        </p:spPr>
        <p:txBody>
          <a:bodyPr>
            <a:normAutofit/>
          </a:bodyPr>
          <a:lstStyle/>
          <a:p>
            <a:pPr marL="0">
              <a:buNone/>
            </a:pPr>
            <a:r>
              <a:rPr lang="en-US" sz="1800" dirty="0" smtClean="0"/>
              <a:t>Due to having to repeat the school year, during the week when the fifth-year students had their PCTO, I was asked to stay at school and contribute to a different kind of hands-on activity.</a:t>
            </a:r>
            <a:endParaRPr lang="en-US" sz="1800" dirty="0"/>
          </a:p>
          <a:p>
            <a:pPr marL="0">
              <a:buNone/>
            </a:pPr>
            <a:endParaRPr lang="en-US" sz="1800" dirty="0"/>
          </a:p>
          <a:p>
            <a:pPr marL="0">
              <a:buNone/>
            </a:pPr>
            <a:r>
              <a:rPr lang="en-US" sz="1800" b="1" dirty="0" smtClean="0"/>
              <a:t>The task:</a:t>
            </a:r>
            <a:endParaRPr lang="en-US" sz="1800" dirty="0"/>
          </a:p>
          <a:p>
            <a:pPr marL="0">
              <a:buNone/>
            </a:pPr>
            <a:r>
              <a:rPr lang="en-US" sz="1800" dirty="0" smtClean="0"/>
              <a:t>Together with two other students, I helped the school prepare the computer labs — installing and uninstalling software on the PCs across both school buildings.</a:t>
            </a:r>
            <a:endParaRPr lang="en-US" sz="1800" dirty="0"/>
          </a:p>
        </p:txBody>
      </p:sp>
      <p:sp>
        <p:nvSpPr>
          <p:cNvPr id="4" name="CasellaDiTesto 3"/>
          <p:cNvSpPr txBox="1"/>
          <p:nvPr/>
        </p:nvSpPr>
        <p:spPr>
          <a:xfrm>
            <a:off x="4400000" y="1600000"/>
            <a:ext cx="4100000" cy="4000000"/>
          </a:xfrm>
          <a:prstGeom prst="rect">
            <a:avLst/>
          </a:prstGeom>
          <a:noFill/>
        </p:spPr>
        <p:txBody>
          <a:bodyPr wrap="square" rtlCol="0">
            <a:spAutoFit/>
          </a:bodyPr>
          <a:lstStyle/>
          <a:p>
            <a:r>
              <a:rPr lang="en-US" sz="1800" b="1" dirty="0" smtClean="0"/>
              <a:t>What I discovered:</a:t>
            </a:r>
            <a:endParaRPr lang="en-US" sz="1800" dirty="0"/>
          </a:p>
          <a:p>
            <a:endParaRPr lang="en-US" sz="1800" dirty="0"/>
          </a:p>
          <a:p>
            <a:r>
              <a:rPr lang="en-US" sz="1800" dirty="0" smtClean="0"/>
              <a:t>I learned how the school prepares itself before re-opening to students, and I got to use lab management tools that are normally only available to teachers.</a:t>
            </a:r>
            <a:endParaRPr lang="en-US" sz="1800" dirty="0"/>
          </a:p>
          <a:p>
            <a:endParaRPr lang="en-US" sz="1800" dirty="0"/>
          </a:p>
          <a:p>
            <a:r>
              <a:rPr lang="en-US" sz="1800" dirty="0" smtClean="0"/>
              <a:t>Thanks to these tools, our small group managed to complete all the assigned tasks much faster than expected — a real lesson in how the right software makes all the difference.</a:t>
            </a:r>
            <a:endParaRPr lang="en-US" sz="1800" dirty="0"/>
          </a:p>
        </p:txBody>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79512" y="332656"/>
            <a:ext cx="4248472" cy="1143000"/>
          </a:xfrm>
        </p:spPr>
        <p:txBody>
          <a:bodyPr>
            <a:normAutofit fontScale="90000"/>
          </a:bodyPr>
          <a:lstStyle/>
          <a:p>
            <a:r>
              <a:rPr lang="en-US" dirty="0" smtClean="0"/>
              <a:t>Reflections:</a:t>
            </a:r>
            <a:endParaRPr lang="en-US" dirty="0"/>
          </a:p>
        </p:txBody>
      </p:sp>
      <p:sp>
        <p:nvSpPr>
          <p:cNvPr id="3" name="Segnaposto contenuto 2"/>
          <p:cNvSpPr>
            <a:spLocks noGrp="1"/>
          </p:cNvSpPr>
          <p:nvPr>
            <p:ph idx="1"/>
          </p:nvPr>
        </p:nvSpPr>
        <p:spPr>
          <a:xfrm>
            <a:off x="323215" y="1600000"/>
            <a:ext cx="4100000" cy="4000000"/>
          </a:xfrm>
        </p:spPr>
        <p:txBody>
          <a:bodyPr>
            <a:normAutofit/>
          </a:bodyPr>
          <a:lstStyle/>
          <a:p>
            <a:pPr marL="0">
              <a:buNone/>
            </a:pPr>
            <a:r>
              <a:rPr lang="en-US" sz="1800" b="1" dirty="0" smtClean="0"/>
              <a:t>Teamwork:</a:t>
            </a:r>
            <a:endParaRPr lang="en-US" sz="1800" dirty="0"/>
          </a:p>
          <a:p>
            <a:pPr marL="0">
              <a:buNone/>
            </a:pPr>
            <a:r>
              <a:rPr lang="en-US" sz="1800" dirty="0" smtClean="0"/>
              <a:t>Working as a small team made a big difference. We coordinated the workload across the two school buildings and helped each other whenever something was unclear.</a:t>
            </a:r>
            <a:endParaRPr lang="en-US" sz="1800" dirty="0"/>
          </a:p>
          <a:p>
            <a:pPr marL="0">
              <a:buNone/>
            </a:pPr>
            <a:endParaRPr lang="en-US" sz="1800" dirty="0"/>
          </a:p>
          <a:p>
            <a:pPr marL="0">
              <a:buNone/>
            </a:pPr>
            <a:r>
              <a:rPr lang="en-US" sz="1800" b="1" dirty="0" smtClean="0"/>
              <a:t>No photos, but strong memories:</a:t>
            </a:r>
            <a:endParaRPr lang="en-US" sz="1800" dirty="0"/>
          </a:p>
          <a:p>
            <a:pPr marL="0">
              <a:buNone/>
            </a:pPr>
            <a:r>
              <a:rPr lang="en-US" sz="1800" dirty="0" smtClean="0"/>
              <a:t>Unfortunately my phone was broken that week so I couldn’t take any pictures. But I will definitely remember everything I did and learned during those days.</a:t>
            </a:r>
            <a:endParaRPr lang="en-US" sz="1800" dirty="0"/>
          </a:p>
        </p:txBody>
      </p:sp>
      <p:sp>
        <p:nvSpPr>
          <p:cNvPr id="4" name="CasellaDiTesto 3"/>
          <p:cNvSpPr txBox="1"/>
          <p:nvPr/>
        </p:nvSpPr>
        <p:spPr>
          <a:xfrm>
            <a:off x="4500000" y="1600000"/>
            <a:ext cx="4000000" cy="4000000"/>
          </a:xfrm>
          <a:prstGeom prst="rect">
            <a:avLst/>
          </a:prstGeom>
          <a:noFill/>
        </p:spPr>
        <p:txBody>
          <a:bodyPr wrap="square" rtlCol="0">
            <a:spAutoFit/>
          </a:bodyPr>
          <a:lstStyle/>
          <a:p>
            <a:r>
              <a:rPr lang="en-US" sz="1800" b="1" dirty="0" smtClean="0"/>
              <a:t>Overall experience:</a:t>
            </a:r>
            <a:endParaRPr lang="en-US" sz="1800" dirty="0"/>
          </a:p>
          <a:p>
            <a:endParaRPr lang="en-US" sz="1800" dirty="0"/>
          </a:p>
          <a:p>
            <a:r>
              <a:rPr lang="en-US" sz="1800" dirty="0" smtClean="0"/>
              <a:t>Even though this week was different from a traditional PCTO, it still taught me a lot. I saw a side of school I had never seen before, and I understood how much work goes into keeping everything running behind the scenes.</a:t>
            </a:r>
            <a:endParaRPr lang="en-US" sz="1800" dirty="0"/>
          </a:p>
          <a:p>
            <a:endParaRPr lang="en-US" sz="1800" dirty="0"/>
          </a:p>
          <a:p>
            <a:r>
              <a:rPr lang="en-US" sz="1800" dirty="0" smtClean="0"/>
              <a:t>It was a valuable and unique experience that I am glad to have had.</a:t>
            </a:r>
            <a:endParaRPr lang="en-US" sz="1800" dirty="0"/>
          </a:p>
        </p:txBody>
      </p:sp>
    </p:spTree>
  </p:cSld>
  <p:clrMapOvr>
    <a:masterClrMapping/>
  </p:clrMapOvr>
  <p:transition>
    <p:pull dir="d"/>
  </p:transition>
</p:sld>
</file>

<file path=ppt/theme/_rels/theme1.xml.rels><?xml version="1.0" encoding="UTF-8"?><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zio">
  <a:themeElements>
    <a:clrScheme name="Solstizio">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zi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zio">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0</TotalTime>
  <Words>3171</Words>
  <Application>WPS Presentation</Application>
  <PresentationFormat>Presentazione su schermo (4:3)</PresentationFormat>
  <Paragraphs>63</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SimSun</vt:lpstr>
      <vt:lpstr>Wingdings</vt:lpstr>
      <vt:lpstr>Wingdings 2</vt:lpstr>
      <vt:lpstr>Verdana</vt:lpstr>
      <vt:lpstr>Gill Sans MT</vt:lpstr>
      <vt:lpstr>Microsoft YaHei</vt:lpstr>
      <vt:lpstr>Arial Unicode MS</vt:lpstr>
      <vt:lpstr>Calibri</vt:lpstr>
      <vt:lpstr>Solstizio</vt:lpstr>
      <vt:lpstr>MY PCTO EXPERIENCE</vt:lpstr>
      <vt:lpstr>First Impressions:</vt:lpstr>
      <vt:lpstr>The place:</vt:lpstr>
      <vt:lpstr>The work:</vt:lpstr>
      <vt:lpstr>The work:</vt:lpstr>
      <vt:lpstr/>
      <vt:lpstr>Tools and Devices:</vt:lpstr>
      <vt:lpstr>Rest time and Gifts:</vt:lpstr>
      <vt:lpstr>PowerPoint 演示文稿</vt:lpstr>
      <vt:lpstr>PowerPoint 演示文稿</vt:lpstr>
    </vt:vector>
  </TitlesOfParts>
  <Company>Grizli777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PCTO EXPERIENCE</dc:title>
  <dc:creator>Windows</dc:creator>
  <cp:lastModifiedBy>Thomas Martelli</cp:lastModifiedBy>
  <cp:revision>18</cp:revision>
  <dcterms:created xsi:type="dcterms:W3CDTF">2024-10-25T14:13:00Z</dcterms:created>
  <dcterms:modified xsi:type="dcterms:W3CDTF">2025-05-28T14:57:24Z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AF9526A986C749A08F82D96AC39F2D3F_12</vt:lpwstr>
  </property>
  <property fmtid="{D5CDD505-2E9C-101B-9397-08002B2CF9AE}" pid="3" name="KSOProductBuildVer">
    <vt:lpwstr>1033-12.2.0.21179</vt:lpwstr>
  </property>
</Properties>
</file>